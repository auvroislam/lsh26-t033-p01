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Helvetica Now Display Heavy" charset="1" panose="020B0A04030202020204"/>
      <p:regular r:id="rId17"/>
    </p:embeddedFont>
    <p:embeddedFont>
      <p:font typeface="Helvetica Now Display Bold" charset="1" panose="020B0804030202020204"/>
      <p:regular r:id="rId18"/>
    </p:embeddedFont>
    <p:embeddedFont>
      <p:font typeface="Helvetica Now Display" charset="1" panose="020B0504030202020204"/>
      <p:regular r:id="rId19"/>
    </p:embeddedFont>
    <p:embeddedFont>
      <p:font typeface="Helvetica Now Display Bold Italics" charset="1" panose="020B090403020209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3.png" Type="http://schemas.openxmlformats.org/officeDocument/2006/relationships/image"/><Relationship Id="rId16" Target="../media/image4.svg" Type="http://schemas.openxmlformats.org/officeDocument/2006/relationships/image"/><Relationship Id="rId17" Target="../media/image20.png" Type="http://schemas.openxmlformats.org/officeDocument/2006/relationships/image"/><Relationship Id="rId18" Target="../media/image21.png" Type="http://schemas.openxmlformats.org/officeDocument/2006/relationships/image"/><Relationship Id="rId19" Target="../media/image22.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png" Type="http://schemas.openxmlformats.org/officeDocument/2006/relationships/image"/><Relationship Id="rId13" Target="../media/image36.png" Type="http://schemas.openxmlformats.org/officeDocument/2006/relationships/image"/><Relationship Id="rId14" Target="../media/image3.png" Type="http://schemas.openxmlformats.org/officeDocument/2006/relationships/image"/><Relationship Id="rId15" Target="../media/image4.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2" Target="../media/image19.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 Id="rId9" Target="../media/image4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47.png" Type="http://schemas.openxmlformats.org/officeDocument/2006/relationships/image"/><Relationship Id="rId15" Target="../media/image48.png" Type="http://schemas.openxmlformats.org/officeDocument/2006/relationships/image"/><Relationship Id="rId16" Target="../media/image49.png" Type="http://schemas.openxmlformats.org/officeDocument/2006/relationships/image"/><Relationship Id="rId17" Target="../media/image50.svg" Type="http://schemas.openxmlformats.org/officeDocument/2006/relationships/image"/><Relationship Id="rId18" Target="../media/image51.png" Type="http://schemas.openxmlformats.org/officeDocument/2006/relationships/image"/><Relationship Id="rId19" Target="../media/image7.png" Type="http://schemas.openxmlformats.org/officeDocument/2006/relationships/image"/><Relationship Id="rId2" Target="../media/image5.png" Type="http://schemas.openxmlformats.org/officeDocument/2006/relationships/image"/><Relationship Id="rId20" Target="../media/image8.svg" Type="http://schemas.openxmlformats.org/officeDocument/2006/relationships/image"/><Relationship Id="rId21" Target="../media/image3.png" Type="http://schemas.openxmlformats.org/officeDocument/2006/relationships/image"/><Relationship Id="rId22" Target="../media/image4.svg" Type="http://schemas.openxmlformats.org/officeDocument/2006/relationships/image"/><Relationship Id="rId23" Target="../media/image52.png" Type="http://schemas.openxmlformats.org/officeDocument/2006/relationships/image"/><Relationship Id="rId24" Target="../media/image53.sv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47.png" Type="http://schemas.openxmlformats.org/officeDocument/2006/relationships/image"/><Relationship Id="rId15" Target="../media/image48.png" Type="http://schemas.openxmlformats.org/officeDocument/2006/relationships/image"/><Relationship Id="rId16" Target="../media/image52.png" Type="http://schemas.openxmlformats.org/officeDocument/2006/relationships/image"/><Relationship Id="rId17" Target="../media/image53.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jpeg" Type="http://schemas.openxmlformats.org/officeDocument/2006/relationships/image"/><Relationship Id="rId11" Target="../media/image55.jpeg" Type="http://schemas.openxmlformats.org/officeDocument/2006/relationships/image"/><Relationship Id="rId12" Target="../media/image56.jpeg" Type="http://schemas.openxmlformats.org/officeDocument/2006/relationships/image"/><Relationship Id="rId13" Target="../media/image19.png" Type="http://schemas.openxmlformats.org/officeDocument/2006/relationships/image"/><Relationship Id="rId14" Target="../media/image47.png" Type="http://schemas.openxmlformats.org/officeDocument/2006/relationships/image"/><Relationship Id="rId15" Target="../media/image48.png" Type="http://schemas.openxmlformats.org/officeDocument/2006/relationships/image"/><Relationship Id="rId16" Target="../media/image57.png" Type="http://schemas.openxmlformats.org/officeDocument/2006/relationships/image"/><Relationship Id="rId17" Target="../media/image58.svg" Type="http://schemas.openxmlformats.org/officeDocument/2006/relationships/image"/><Relationship Id="rId18" Target="../media/image3.png" Type="http://schemas.openxmlformats.org/officeDocument/2006/relationships/image"/><Relationship Id="rId19" Target="../media/image4.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jpeg" Type="http://schemas.openxmlformats.org/officeDocument/2006/relationships/image"/><Relationship Id="rId11" Target="../media/image55.jpeg" Type="http://schemas.openxmlformats.org/officeDocument/2006/relationships/image"/><Relationship Id="rId12" Target="../media/image56.jpeg" Type="http://schemas.openxmlformats.org/officeDocument/2006/relationships/image"/><Relationship Id="rId13" Target="../media/image47.png" Type="http://schemas.openxmlformats.org/officeDocument/2006/relationships/image"/><Relationship Id="rId14" Target="../media/image4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7140249" y="1028700"/>
            <a:ext cx="416678" cy="481119"/>
          </a:xfrm>
          <a:custGeom>
            <a:avLst/>
            <a:gdLst/>
            <a:ahLst/>
            <a:cxnLst/>
            <a:rect r="r" b="b" t="t" l="l"/>
            <a:pathLst>
              <a:path h="481119" w="416678">
                <a:moveTo>
                  <a:pt x="0" y="0"/>
                </a:moveTo>
                <a:lnTo>
                  <a:pt x="416678" y="0"/>
                </a:lnTo>
                <a:lnTo>
                  <a:pt x="416678" y="481119"/>
                </a:lnTo>
                <a:lnTo>
                  <a:pt x="0" y="481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1771" y="7523045"/>
            <a:ext cx="1911467" cy="1911467"/>
          </a:xfrm>
          <a:custGeom>
            <a:avLst/>
            <a:gdLst/>
            <a:ahLst/>
            <a:cxnLst/>
            <a:rect r="r" b="b" t="t" l="l"/>
            <a:pathLst>
              <a:path h="1911467" w="1911467">
                <a:moveTo>
                  <a:pt x="0" y="0"/>
                </a:moveTo>
                <a:lnTo>
                  <a:pt x="1911467" y="0"/>
                </a:lnTo>
                <a:lnTo>
                  <a:pt x="1911467" y="1911467"/>
                </a:lnTo>
                <a:lnTo>
                  <a:pt x="0" y="1911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29164" y="1028700"/>
            <a:ext cx="1130136" cy="1130136"/>
          </a:xfrm>
          <a:custGeom>
            <a:avLst/>
            <a:gdLst/>
            <a:ahLst/>
            <a:cxnLst/>
            <a:rect r="r" b="b" t="t" l="l"/>
            <a:pathLst>
              <a:path h="1130136" w="1130136">
                <a:moveTo>
                  <a:pt x="0" y="0"/>
                </a:moveTo>
                <a:lnTo>
                  <a:pt x="1130136" y="0"/>
                </a:lnTo>
                <a:lnTo>
                  <a:pt x="1130136" y="1130136"/>
                </a:lnTo>
                <a:lnTo>
                  <a:pt x="0" y="1130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726815" y="-2381807"/>
            <a:ext cx="11640107" cy="11640107"/>
          </a:xfrm>
          <a:custGeom>
            <a:avLst/>
            <a:gdLst/>
            <a:ahLst/>
            <a:cxnLst/>
            <a:rect r="r" b="b" t="t" l="l"/>
            <a:pathLst>
              <a:path h="11640107" w="11640107">
                <a:moveTo>
                  <a:pt x="0" y="0"/>
                </a:moveTo>
                <a:lnTo>
                  <a:pt x="11640106" y="0"/>
                </a:lnTo>
                <a:lnTo>
                  <a:pt x="11640106" y="11640107"/>
                </a:lnTo>
                <a:lnTo>
                  <a:pt x="0" y="116401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910751">
            <a:off x="11147751" y="3262034"/>
            <a:ext cx="11640107" cy="11640107"/>
          </a:xfrm>
          <a:custGeom>
            <a:avLst/>
            <a:gdLst/>
            <a:ahLst/>
            <a:cxnLst/>
            <a:rect r="r" b="b" t="t" l="l"/>
            <a:pathLst>
              <a:path h="11640107" w="11640107">
                <a:moveTo>
                  <a:pt x="0" y="0"/>
                </a:moveTo>
                <a:lnTo>
                  <a:pt x="11640106" y="0"/>
                </a:lnTo>
                <a:lnTo>
                  <a:pt x="11640106" y="11640107"/>
                </a:lnTo>
                <a:lnTo>
                  <a:pt x="0" y="116401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21190" y="8223429"/>
            <a:ext cx="547144" cy="547144"/>
          </a:xfrm>
          <a:custGeom>
            <a:avLst/>
            <a:gdLst/>
            <a:ahLst/>
            <a:cxnLst/>
            <a:rect r="r" b="b" t="t" l="l"/>
            <a:pathLst>
              <a:path h="547144" w="547144">
                <a:moveTo>
                  <a:pt x="0" y="0"/>
                </a:moveTo>
                <a:lnTo>
                  <a:pt x="547144" y="0"/>
                </a:lnTo>
                <a:lnTo>
                  <a:pt x="547144" y="547144"/>
                </a:lnTo>
                <a:lnTo>
                  <a:pt x="0" y="5471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819666" y="1320196"/>
            <a:ext cx="547144" cy="547144"/>
          </a:xfrm>
          <a:custGeom>
            <a:avLst/>
            <a:gdLst/>
            <a:ahLst/>
            <a:cxnLst/>
            <a:rect r="r" b="b" t="t" l="l"/>
            <a:pathLst>
              <a:path h="547144" w="547144">
                <a:moveTo>
                  <a:pt x="0" y="0"/>
                </a:moveTo>
                <a:lnTo>
                  <a:pt x="547144" y="0"/>
                </a:lnTo>
                <a:lnTo>
                  <a:pt x="547144" y="547144"/>
                </a:lnTo>
                <a:lnTo>
                  <a:pt x="0" y="5471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4081351" y="6841712"/>
            <a:ext cx="10125298" cy="1381718"/>
            <a:chOff x="0" y="0"/>
            <a:chExt cx="2978120" cy="406400"/>
          </a:xfrm>
        </p:grpSpPr>
        <p:sp>
          <p:nvSpPr>
            <p:cNvPr name="Freeform 10" id="10"/>
            <p:cNvSpPr/>
            <p:nvPr/>
          </p:nvSpPr>
          <p:spPr>
            <a:xfrm flipH="false" flipV="false" rot="0">
              <a:off x="0" y="0"/>
              <a:ext cx="2978120" cy="406400"/>
            </a:xfrm>
            <a:custGeom>
              <a:avLst/>
              <a:gdLst/>
              <a:ahLst/>
              <a:cxnLst/>
              <a:rect r="r" b="b" t="t" l="l"/>
              <a:pathLst>
                <a:path h="406400" w="2978120">
                  <a:moveTo>
                    <a:pt x="2774920" y="0"/>
                  </a:moveTo>
                  <a:cubicBezTo>
                    <a:pt x="2887144" y="0"/>
                    <a:pt x="2978120" y="90976"/>
                    <a:pt x="2978120" y="203200"/>
                  </a:cubicBezTo>
                  <a:cubicBezTo>
                    <a:pt x="2978120" y="315424"/>
                    <a:pt x="2887144" y="406400"/>
                    <a:pt x="2774920" y="406400"/>
                  </a:cubicBezTo>
                  <a:lnTo>
                    <a:pt x="203200" y="406400"/>
                  </a:lnTo>
                  <a:cubicBezTo>
                    <a:pt x="90976" y="406400"/>
                    <a:pt x="0" y="315424"/>
                    <a:pt x="0" y="203200"/>
                  </a:cubicBezTo>
                  <a:cubicBezTo>
                    <a:pt x="0" y="90976"/>
                    <a:pt x="90976" y="0"/>
                    <a:pt x="203200" y="0"/>
                  </a:cubicBezTo>
                  <a:close/>
                </a:path>
              </a:pathLst>
            </a:custGeom>
            <a:solidFill>
              <a:srgbClr val="F8C238"/>
            </a:solidFill>
          </p:spPr>
        </p:sp>
        <p:sp>
          <p:nvSpPr>
            <p:cNvPr name="TextBox 11" id="11"/>
            <p:cNvSpPr txBox="true"/>
            <p:nvPr/>
          </p:nvSpPr>
          <p:spPr>
            <a:xfrm>
              <a:off x="0" y="-38100"/>
              <a:ext cx="2978120" cy="444500"/>
            </a:xfrm>
            <a:prstGeom prst="rect">
              <a:avLst/>
            </a:prstGeom>
          </p:spPr>
          <p:txBody>
            <a:bodyPr anchor="ctr" rtlCol="false" tIns="50800" lIns="50800" bIns="50800" rIns="50800"/>
            <a:lstStyle/>
            <a:p>
              <a:pPr algn="ctr">
                <a:lnSpc>
                  <a:spcPts val="2889"/>
                </a:lnSpc>
              </a:pPr>
            </a:p>
          </p:txBody>
        </p:sp>
      </p:grpSp>
      <p:sp>
        <p:nvSpPr>
          <p:cNvPr name="Freeform 12" id="12"/>
          <p:cNvSpPr/>
          <p:nvPr/>
        </p:nvSpPr>
        <p:spPr>
          <a:xfrm flipH="false" flipV="false" rot="0">
            <a:off x="13168860" y="7156770"/>
            <a:ext cx="751601" cy="751601"/>
          </a:xfrm>
          <a:custGeom>
            <a:avLst/>
            <a:gdLst/>
            <a:ahLst/>
            <a:cxnLst/>
            <a:rect r="r" b="b" t="t" l="l"/>
            <a:pathLst>
              <a:path h="751601" w="751601">
                <a:moveTo>
                  <a:pt x="0" y="0"/>
                </a:moveTo>
                <a:lnTo>
                  <a:pt x="751602" y="0"/>
                </a:lnTo>
                <a:lnTo>
                  <a:pt x="751602" y="751601"/>
                </a:lnTo>
                <a:lnTo>
                  <a:pt x="0" y="7516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2093238" y="2863686"/>
            <a:ext cx="14101524" cy="3644067"/>
          </a:xfrm>
          <a:prstGeom prst="rect">
            <a:avLst/>
          </a:prstGeom>
        </p:spPr>
        <p:txBody>
          <a:bodyPr anchor="t" rtlCol="false" tIns="0" lIns="0" bIns="0" rIns="0">
            <a:spAutoFit/>
          </a:bodyPr>
          <a:lstStyle/>
          <a:p>
            <a:pPr algn="ctr">
              <a:lnSpc>
                <a:spcPts val="13427"/>
              </a:lnSpc>
            </a:pPr>
            <a:r>
              <a:rPr lang="en-US" sz="17438" b="true">
                <a:solidFill>
                  <a:srgbClr val="000000"/>
                </a:solidFill>
                <a:latin typeface="Helvetica Now Display Heavy"/>
                <a:ea typeface="Helvetica Now Display Heavy"/>
                <a:cs typeface="Helvetica Now Display Heavy"/>
                <a:sym typeface="Helvetica Now Display Heavy"/>
              </a:rPr>
              <a:t>Creative</a:t>
            </a:r>
          </a:p>
          <a:p>
            <a:pPr algn="ctr">
              <a:lnSpc>
                <a:spcPts val="13427"/>
              </a:lnSpc>
            </a:pPr>
            <a:r>
              <a:rPr lang="en-US" sz="17438" b="true">
                <a:solidFill>
                  <a:srgbClr val="000000"/>
                </a:solidFill>
                <a:latin typeface="Helvetica Now Display Heavy"/>
                <a:ea typeface="Helvetica Now Display Heavy"/>
                <a:cs typeface="Helvetica Now Display Heavy"/>
                <a:sym typeface="Helvetica Now Display Heavy"/>
              </a:rPr>
              <a:t>Brainstorm</a:t>
            </a:r>
          </a:p>
        </p:txBody>
      </p:sp>
      <p:sp>
        <p:nvSpPr>
          <p:cNvPr name="TextBox 14" id="14"/>
          <p:cNvSpPr txBox="true"/>
          <p:nvPr/>
        </p:nvSpPr>
        <p:spPr>
          <a:xfrm rot="0">
            <a:off x="4509841" y="7226959"/>
            <a:ext cx="8659019" cy="525497"/>
          </a:xfrm>
          <a:prstGeom prst="rect">
            <a:avLst/>
          </a:prstGeom>
        </p:spPr>
        <p:txBody>
          <a:bodyPr anchor="t" rtlCol="false" tIns="0" lIns="0" bIns="0" rIns="0">
            <a:spAutoFit/>
          </a:bodyPr>
          <a:lstStyle/>
          <a:p>
            <a:pPr algn="l">
              <a:lnSpc>
                <a:spcPts val="4278"/>
              </a:lnSpc>
            </a:pPr>
            <a:r>
              <a:rPr lang="en-US" sz="3056" b="true">
                <a:solidFill>
                  <a:srgbClr val="000000"/>
                </a:solidFill>
                <a:latin typeface="Helvetica Now Display Bold"/>
                <a:ea typeface="Helvetica Now Display Bold"/>
                <a:cs typeface="Helvetica Now Display Bold"/>
                <a:sym typeface="Helvetica Now Display Bold"/>
              </a:rPr>
              <a:t>Designing the Future with Digital Brainstorming</a:t>
            </a:r>
          </a:p>
        </p:txBody>
      </p:sp>
      <p:sp>
        <p:nvSpPr>
          <p:cNvPr name="TextBox 15" id="15"/>
          <p:cNvSpPr txBox="true"/>
          <p:nvPr/>
        </p:nvSpPr>
        <p:spPr>
          <a:xfrm rot="0">
            <a:off x="7465211" y="1021828"/>
            <a:ext cx="3682540" cy="447237"/>
          </a:xfrm>
          <a:prstGeom prst="rect">
            <a:avLst/>
          </a:prstGeom>
        </p:spPr>
        <p:txBody>
          <a:bodyPr anchor="t" rtlCol="false" tIns="0" lIns="0" bIns="0" rIns="0">
            <a:spAutoFit/>
          </a:bodyPr>
          <a:lstStyle/>
          <a:p>
            <a:pPr algn="r">
              <a:lnSpc>
                <a:spcPts val="3699"/>
              </a:lnSpc>
            </a:pPr>
            <a:r>
              <a:rPr lang="en-US" sz="2642" b="true">
                <a:solidFill>
                  <a:srgbClr val="000000"/>
                </a:solidFill>
                <a:latin typeface="Helvetica Now Display Bold"/>
                <a:ea typeface="Helvetica Now Display Bold"/>
                <a:cs typeface="Helvetica Now Display Bold"/>
                <a:sym typeface="Helvetica Now Display Bold"/>
              </a:rPr>
              <a:t>Timmerman Industries</a:t>
            </a:r>
          </a:p>
        </p:txBody>
      </p:sp>
      <p:sp>
        <p:nvSpPr>
          <p:cNvPr name="TextBox 16" id="16"/>
          <p:cNvSpPr txBox="true"/>
          <p:nvPr/>
        </p:nvSpPr>
        <p:spPr>
          <a:xfrm rot="0">
            <a:off x="7140249" y="9082088"/>
            <a:ext cx="4007502" cy="352425"/>
          </a:xfrm>
          <a:prstGeom prst="rect">
            <a:avLst/>
          </a:prstGeom>
        </p:spPr>
        <p:txBody>
          <a:bodyPr anchor="t" rtlCol="false" tIns="0" lIns="0" bIns="0" rIns="0">
            <a:spAutoFit/>
          </a:bodyPr>
          <a:lstStyle/>
          <a:p>
            <a:pPr algn="ctr">
              <a:lnSpc>
                <a:spcPts val="2827"/>
              </a:lnSpc>
            </a:pPr>
            <a:r>
              <a:rPr lang="en-US" b="true" sz="2356">
                <a:solidFill>
                  <a:srgbClr val="000000"/>
                </a:solidFill>
                <a:latin typeface="Helvetica Now Display Bold"/>
                <a:ea typeface="Helvetica Now Display Bold"/>
                <a:cs typeface="Helvetica Now Display Bold"/>
                <a:sym typeface="Helvetica Now Display Bold"/>
              </a:rPr>
              <a:t>DECEMBER 2027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10863060" y="8939033"/>
            <a:ext cx="3798913" cy="3798913"/>
          </a:xfrm>
          <a:custGeom>
            <a:avLst/>
            <a:gdLst/>
            <a:ahLst/>
            <a:cxnLst/>
            <a:rect r="r" b="b" t="t" l="l"/>
            <a:pathLst>
              <a:path h="3798913" w="3798913">
                <a:moveTo>
                  <a:pt x="0" y="0"/>
                </a:moveTo>
                <a:lnTo>
                  <a:pt x="3798913" y="0"/>
                </a:lnTo>
                <a:lnTo>
                  <a:pt x="3798913" y="3798913"/>
                </a:lnTo>
                <a:lnTo>
                  <a:pt x="0" y="37989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861506">
            <a:off x="2587887" y="5623848"/>
            <a:ext cx="11640107" cy="11640107"/>
          </a:xfrm>
          <a:custGeom>
            <a:avLst/>
            <a:gdLst/>
            <a:ahLst/>
            <a:cxnLst/>
            <a:rect r="r" b="b" t="t" l="l"/>
            <a:pathLst>
              <a:path h="11640107" w="11640107">
                <a:moveTo>
                  <a:pt x="0" y="0"/>
                </a:moveTo>
                <a:lnTo>
                  <a:pt x="11640107" y="0"/>
                </a:lnTo>
                <a:lnTo>
                  <a:pt x="11640107" y="11640106"/>
                </a:lnTo>
                <a:lnTo>
                  <a:pt x="0" y="116401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311308" y="1829246"/>
            <a:ext cx="10467326" cy="6506264"/>
            <a:chOff x="0" y="0"/>
            <a:chExt cx="2756827" cy="1713584"/>
          </a:xfrm>
        </p:grpSpPr>
        <p:sp>
          <p:nvSpPr>
            <p:cNvPr name="Freeform 5" id="5"/>
            <p:cNvSpPr/>
            <p:nvPr/>
          </p:nvSpPr>
          <p:spPr>
            <a:xfrm flipH="false" flipV="false" rot="0">
              <a:off x="0" y="0"/>
              <a:ext cx="2756826" cy="1713584"/>
            </a:xfrm>
            <a:custGeom>
              <a:avLst/>
              <a:gdLst/>
              <a:ahLst/>
              <a:cxnLst/>
              <a:rect r="r" b="b" t="t" l="l"/>
              <a:pathLst>
                <a:path h="1713584" w="2756826">
                  <a:moveTo>
                    <a:pt x="57691" y="0"/>
                  </a:moveTo>
                  <a:lnTo>
                    <a:pt x="2699136" y="0"/>
                  </a:lnTo>
                  <a:cubicBezTo>
                    <a:pt x="2714436" y="0"/>
                    <a:pt x="2729110" y="6078"/>
                    <a:pt x="2739929" y="16897"/>
                  </a:cubicBezTo>
                  <a:cubicBezTo>
                    <a:pt x="2750748" y="27716"/>
                    <a:pt x="2756826" y="42390"/>
                    <a:pt x="2756826" y="57691"/>
                  </a:cubicBezTo>
                  <a:lnTo>
                    <a:pt x="2756826" y="1655893"/>
                  </a:lnTo>
                  <a:cubicBezTo>
                    <a:pt x="2756826" y="1687755"/>
                    <a:pt x="2730997" y="1713584"/>
                    <a:pt x="2699136" y="1713584"/>
                  </a:cubicBezTo>
                  <a:lnTo>
                    <a:pt x="57691" y="1713584"/>
                  </a:lnTo>
                  <a:cubicBezTo>
                    <a:pt x="42390" y="1713584"/>
                    <a:pt x="27716" y="1707506"/>
                    <a:pt x="16897" y="1696687"/>
                  </a:cubicBezTo>
                  <a:cubicBezTo>
                    <a:pt x="6078" y="1685868"/>
                    <a:pt x="0" y="1671194"/>
                    <a:pt x="0" y="1655893"/>
                  </a:cubicBezTo>
                  <a:lnTo>
                    <a:pt x="0" y="57691"/>
                  </a:lnTo>
                  <a:cubicBezTo>
                    <a:pt x="0" y="42390"/>
                    <a:pt x="6078" y="27716"/>
                    <a:pt x="16897" y="16897"/>
                  </a:cubicBezTo>
                  <a:cubicBezTo>
                    <a:pt x="27716" y="6078"/>
                    <a:pt x="42390" y="0"/>
                    <a:pt x="57691" y="0"/>
                  </a:cubicBezTo>
                  <a:close/>
                </a:path>
              </a:pathLst>
            </a:custGeom>
            <a:solidFill>
              <a:srgbClr val="F8C238"/>
            </a:solidFill>
          </p:spPr>
        </p:sp>
        <p:sp>
          <p:nvSpPr>
            <p:cNvPr name="TextBox 6" id="6"/>
            <p:cNvSpPr txBox="true"/>
            <p:nvPr/>
          </p:nvSpPr>
          <p:spPr>
            <a:xfrm>
              <a:off x="0" y="-38100"/>
              <a:ext cx="2756827" cy="1751684"/>
            </a:xfrm>
            <a:prstGeom prst="rect">
              <a:avLst/>
            </a:prstGeom>
          </p:spPr>
          <p:txBody>
            <a:bodyPr anchor="ctr" rtlCol="false" tIns="50800" lIns="50800" bIns="50800" rIns="50800"/>
            <a:lstStyle/>
            <a:p>
              <a:pPr algn="ctr">
                <a:lnSpc>
                  <a:spcPts val="2889"/>
                </a:lnSpc>
              </a:pPr>
            </a:p>
          </p:txBody>
        </p:sp>
      </p:grpSp>
      <p:sp>
        <p:nvSpPr>
          <p:cNvPr name="Freeform 7" id="7"/>
          <p:cNvSpPr/>
          <p:nvPr/>
        </p:nvSpPr>
        <p:spPr>
          <a:xfrm flipH="false" flipV="false" rot="0">
            <a:off x="9499563" y="2827379"/>
            <a:ext cx="802373" cy="802373"/>
          </a:xfrm>
          <a:custGeom>
            <a:avLst/>
            <a:gdLst/>
            <a:ahLst/>
            <a:cxnLst/>
            <a:rect r="r" b="b" t="t" l="l"/>
            <a:pathLst>
              <a:path h="802373" w="802373">
                <a:moveTo>
                  <a:pt x="0" y="0"/>
                </a:moveTo>
                <a:lnTo>
                  <a:pt x="802372" y="0"/>
                </a:lnTo>
                <a:lnTo>
                  <a:pt x="802372" y="802373"/>
                </a:lnTo>
                <a:lnTo>
                  <a:pt x="0" y="8023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499563" y="4012865"/>
            <a:ext cx="802373" cy="802373"/>
          </a:xfrm>
          <a:custGeom>
            <a:avLst/>
            <a:gdLst/>
            <a:ahLst/>
            <a:cxnLst/>
            <a:rect r="r" b="b" t="t" l="l"/>
            <a:pathLst>
              <a:path h="802373" w="802373">
                <a:moveTo>
                  <a:pt x="0" y="0"/>
                </a:moveTo>
                <a:lnTo>
                  <a:pt x="802372" y="0"/>
                </a:lnTo>
                <a:lnTo>
                  <a:pt x="802372" y="802372"/>
                </a:lnTo>
                <a:lnTo>
                  <a:pt x="0" y="8023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499563" y="5194675"/>
            <a:ext cx="802373" cy="802373"/>
          </a:xfrm>
          <a:custGeom>
            <a:avLst/>
            <a:gdLst/>
            <a:ahLst/>
            <a:cxnLst/>
            <a:rect r="r" b="b" t="t" l="l"/>
            <a:pathLst>
              <a:path h="802373" w="802373">
                <a:moveTo>
                  <a:pt x="0" y="0"/>
                </a:moveTo>
                <a:lnTo>
                  <a:pt x="802372" y="0"/>
                </a:lnTo>
                <a:lnTo>
                  <a:pt x="802372" y="802373"/>
                </a:lnTo>
                <a:lnTo>
                  <a:pt x="0" y="8023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9499563" y="6376486"/>
            <a:ext cx="802373" cy="802373"/>
          </a:xfrm>
          <a:custGeom>
            <a:avLst/>
            <a:gdLst/>
            <a:ahLst/>
            <a:cxnLst/>
            <a:rect r="r" b="b" t="t" l="l"/>
            <a:pathLst>
              <a:path h="802373" w="802373">
                <a:moveTo>
                  <a:pt x="0" y="0"/>
                </a:moveTo>
                <a:lnTo>
                  <a:pt x="802372" y="0"/>
                </a:lnTo>
                <a:lnTo>
                  <a:pt x="802372" y="802372"/>
                </a:lnTo>
                <a:lnTo>
                  <a:pt x="0" y="8023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8407941" y="1951490"/>
            <a:ext cx="10843346" cy="6384020"/>
          </a:xfrm>
          <a:custGeom>
            <a:avLst/>
            <a:gdLst/>
            <a:ahLst/>
            <a:cxnLst/>
            <a:rect r="r" b="b" t="t" l="l"/>
            <a:pathLst>
              <a:path h="6384020" w="10843346">
                <a:moveTo>
                  <a:pt x="0" y="0"/>
                </a:moveTo>
                <a:lnTo>
                  <a:pt x="10843346" y="0"/>
                </a:lnTo>
                <a:lnTo>
                  <a:pt x="10843346" y="6384020"/>
                </a:lnTo>
                <a:lnTo>
                  <a:pt x="0" y="6384020"/>
                </a:lnTo>
                <a:lnTo>
                  <a:pt x="0" y="0"/>
                </a:lnTo>
                <a:close/>
              </a:path>
            </a:pathLst>
          </a:custGeom>
          <a:blipFill>
            <a:blip r:embed="rId14"/>
            <a:stretch>
              <a:fillRect l="0" t="0" r="0" b="0"/>
            </a:stretch>
          </a:blipFill>
        </p:spPr>
      </p:sp>
      <p:sp>
        <p:nvSpPr>
          <p:cNvPr name="Freeform 12" id="12"/>
          <p:cNvSpPr/>
          <p:nvPr/>
        </p:nvSpPr>
        <p:spPr>
          <a:xfrm flipH="false" flipV="false" rot="0">
            <a:off x="6703300" y="894724"/>
            <a:ext cx="934522" cy="934522"/>
          </a:xfrm>
          <a:custGeom>
            <a:avLst/>
            <a:gdLst/>
            <a:ahLst/>
            <a:cxnLst/>
            <a:rect r="r" b="b" t="t" l="l"/>
            <a:pathLst>
              <a:path h="934522" w="934522">
                <a:moveTo>
                  <a:pt x="0" y="0"/>
                </a:moveTo>
                <a:lnTo>
                  <a:pt x="934522" y="0"/>
                </a:lnTo>
                <a:lnTo>
                  <a:pt x="934522" y="934522"/>
                </a:lnTo>
                <a:lnTo>
                  <a:pt x="0" y="93452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809318" y="4184554"/>
            <a:ext cx="6940015" cy="8688594"/>
          </a:xfrm>
          <a:custGeom>
            <a:avLst/>
            <a:gdLst/>
            <a:ahLst/>
            <a:cxnLst/>
            <a:rect r="r" b="b" t="t" l="l"/>
            <a:pathLst>
              <a:path h="8688594" w="6940015">
                <a:moveTo>
                  <a:pt x="0" y="0"/>
                </a:moveTo>
                <a:lnTo>
                  <a:pt x="6940015" y="0"/>
                </a:lnTo>
                <a:lnTo>
                  <a:pt x="6940015" y="8688594"/>
                </a:lnTo>
                <a:lnTo>
                  <a:pt x="0" y="8688594"/>
                </a:lnTo>
                <a:lnTo>
                  <a:pt x="0" y="0"/>
                </a:lnTo>
                <a:close/>
              </a:path>
            </a:pathLst>
          </a:custGeom>
          <a:blipFill>
            <a:blip r:embed="rId17"/>
            <a:stretch>
              <a:fillRect l="0" t="0" r="0" b="0"/>
            </a:stretch>
          </a:blipFill>
        </p:spPr>
      </p:sp>
      <p:sp>
        <p:nvSpPr>
          <p:cNvPr name="Freeform 14" id="14"/>
          <p:cNvSpPr/>
          <p:nvPr/>
        </p:nvSpPr>
        <p:spPr>
          <a:xfrm flipH="false" flipV="false" rot="0">
            <a:off x="5929974" y="2999068"/>
            <a:ext cx="1707848" cy="1968701"/>
          </a:xfrm>
          <a:custGeom>
            <a:avLst/>
            <a:gdLst/>
            <a:ahLst/>
            <a:cxnLst/>
            <a:rect r="r" b="b" t="t" l="l"/>
            <a:pathLst>
              <a:path h="1968701" w="1707848">
                <a:moveTo>
                  <a:pt x="0" y="0"/>
                </a:moveTo>
                <a:lnTo>
                  <a:pt x="1707848" y="0"/>
                </a:lnTo>
                <a:lnTo>
                  <a:pt x="1707848" y="1968701"/>
                </a:lnTo>
                <a:lnTo>
                  <a:pt x="0" y="196870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5" id="15"/>
          <p:cNvSpPr txBox="true"/>
          <p:nvPr/>
        </p:nvSpPr>
        <p:spPr>
          <a:xfrm rot="0">
            <a:off x="10532212" y="2941918"/>
            <a:ext cx="5316893" cy="516144"/>
          </a:xfrm>
          <a:prstGeom prst="rect">
            <a:avLst/>
          </a:prstGeom>
        </p:spPr>
        <p:txBody>
          <a:bodyPr anchor="t" rtlCol="false" tIns="0" lIns="0" bIns="0" rIns="0">
            <a:spAutoFit/>
          </a:bodyPr>
          <a:lstStyle/>
          <a:p>
            <a:pPr algn="l">
              <a:lnSpc>
                <a:spcPts val="4280"/>
              </a:lnSpc>
            </a:pPr>
            <a:r>
              <a:rPr lang="en-US" sz="3057" b="true">
                <a:solidFill>
                  <a:srgbClr val="000000"/>
                </a:solidFill>
                <a:latin typeface="Helvetica Now Display Bold"/>
                <a:ea typeface="Helvetica Now Display Bold"/>
                <a:cs typeface="Helvetica Now Display Bold"/>
                <a:sym typeface="Helvetica Now Display Bold"/>
              </a:rPr>
              <a:t>Introduction to the Session</a:t>
            </a:r>
          </a:p>
        </p:txBody>
      </p:sp>
      <p:sp>
        <p:nvSpPr>
          <p:cNvPr name="TextBox 16" id="16"/>
          <p:cNvSpPr txBox="true"/>
          <p:nvPr/>
        </p:nvSpPr>
        <p:spPr>
          <a:xfrm rot="0">
            <a:off x="10532212" y="4127404"/>
            <a:ext cx="6784238" cy="516144"/>
          </a:xfrm>
          <a:prstGeom prst="rect">
            <a:avLst/>
          </a:prstGeom>
        </p:spPr>
        <p:txBody>
          <a:bodyPr anchor="t" rtlCol="false" tIns="0" lIns="0" bIns="0" rIns="0">
            <a:spAutoFit/>
          </a:bodyPr>
          <a:lstStyle/>
          <a:p>
            <a:pPr algn="l">
              <a:lnSpc>
                <a:spcPts val="4280"/>
              </a:lnSpc>
            </a:pPr>
            <a:r>
              <a:rPr lang="en-US" sz="3057" b="true">
                <a:solidFill>
                  <a:srgbClr val="000000"/>
                </a:solidFill>
                <a:latin typeface="Helvetica Now Display Bold"/>
                <a:ea typeface="Helvetica Now Display Bold"/>
                <a:cs typeface="Helvetica Now Display Bold"/>
                <a:sym typeface="Helvetica Now Display Bold"/>
              </a:rPr>
              <a:t>Team Check-in and Icebreaker</a:t>
            </a:r>
          </a:p>
        </p:txBody>
      </p:sp>
      <p:sp>
        <p:nvSpPr>
          <p:cNvPr name="TextBox 17" id="17"/>
          <p:cNvSpPr txBox="true"/>
          <p:nvPr/>
        </p:nvSpPr>
        <p:spPr>
          <a:xfrm rot="0">
            <a:off x="10532212" y="5312890"/>
            <a:ext cx="5316893" cy="516144"/>
          </a:xfrm>
          <a:prstGeom prst="rect">
            <a:avLst/>
          </a:prstGeom>
        </p:spPr>
        <p:txBody>
          <a:bodyPr anchor="t" rtlCol="false" tIns="0" lIns="0" bIns="0" rIns="0">
            <a:spAutoFit/>
          </a:bodyPr>
          <a:lstStyle/>
          <a:p>
            <a:pPr algn="l">
              <a:lnSpc>
                <a:spcPts val="4280"/>
              </a:lnSpc>
            </a:pPr>
            <a:r>
              <a:rPr lang="en-US" sz="3057" b="true">
                <a:solidFill>
                  <a:srgbClr val="000000"/>
                </a:solidFill>
                <a:latin typeface="Helvetica Now Display Bold"/>
                <a:ea typeface="Helvetica Now Display Bold"/>
                <a:cs typeface="Helvetica Now Display Bold"/>
                <a:sym typeface="Helvetica Now Display Bold"/>
              </a:rPr>
              <a:t>Digital Brainstorm</a:t>
            </a:r>
          </a:p>
        </p:txBody>
      </p:sp>
      <p:sp>
        <p:nvSpPr>
          <p:cNvPr name="TextBox 18" id="18"/>
          <p:cNvSpPr txBox="true"/>
          <p:nvPr/>
        </p:nvSpPr>
        <p:spPr>
          <a:xfrm rot="0">
            <a:off x="10532212" y="6498375"/>
            <a:ext cx="5316893" cy="516144"/>
          </a:xfrm>
          <a:prstGeom prst="rect">
            <a:avLst/>
          </a:prstGeom>
        </p:spPr>
        <p:txBody>
          <a:bodyPr anchor="t" rtlCol="false" tIns="0" lIns="0" bIns="0" rIns="0">
            <a:spAutoFit/>
          </a:bodyPr>
          <a:lstStyle/>
          <a:p>
            <a:pPr algn="l">
              <a:lnSpc>
                <a:spcPts val="4280"/>
              </a:lnSpc>
            </a:pPr>
            <a:r>
              <a:rPr lang="en-US" sz="3057" b="true">
                <a:solidFill>
                  <a:srgbClr val="000000"/>
                </a:solidFill>
                <a:latin typeface="Helvetica Now Display Bold"/>
                <a:ea typeface="Helvetica Now Display Bold"/>
                <a:cs typeface="Helvetica Now Display Bold"/>
                <a:sym typeface="Helvetica Now Display Bold"/>
              </a:rPr>
              <a:t>Summary and Action Items</a:t>
            </a:r>
          </a:p>
        </p:txBody>
      </p:sp>
      <p:sp>
        <p:nvSpPr>
          <p:cNvPr name="TextBox 19" id="19"/>
          <p:cNvSpPr txBox="true"/>
          <p:nvPr/>
        </p:nvSpPr>
        <p:spPr>
          <a:xfrm rot="0">
            <a:off x="1028700" y="1162050"/>
            <a:ext cx="5674600" cy="2669336"/>
          </a:xfrm>
          <a:prstGeom prst="rect">
            <a:avLst/>
          </a:prstGeom>
        </p:spPr>
        <p:txBody>
          <a:bodyPr anchor="t" rtlCol="false" tIns="0" lIns="0" bIns="0" rIns="0">
            <a:spAutoFit/>
          </a:bodyPr>
          <a:lstStyle/>
          <a:p>
            <a:pPr algn="l">
              <a:lnSpc>
                <a:spcPts val="10360"/>
              </a:lnSpc>
            </a:pPr>
            <a:r>
              <a:rPr lang="en-US" sz="9774" b="true">
                <a:solidFill>
                  <a:srgbClr val="000000"/>
                </a:solidFill>
                <a:latin typeface="Helvetica Now Display Heavy"/>
                <a:ea typeface="Helvetica Now Display Heavy"/>
                <a:cs typeface="Helvetica Now Display Heavy"/>
                <a:sym typeface="Helvetica Now Display Heavy"/>
              </a:rPr>
              <a:t>Today’s</a:t>
            </a:r>
          </a:p>
          <a:p>
            <a:pPr algn="l">
              <a:lnSpc>
                <a:spcPts val="10360"/>
              </a:lnSpc>
            </a:pPr>
            <a:r>
              <a:rPr lang="en-US" sz="9774" b="true">
                <a:solidFill>
                  <a:srgbClr val="000000"/>
                </a:solidFill>
                <a:latin typeface="Helvetica Now Display Heavy"/>
                <a:ea typeface="Helvetica Now Display Heavy"/>
                <a:cs typeface="Helvetica Now Display Heavy"/>
                <a:sym typeface="Helvetica Now Display Heavy"/>
              </a:rPr>
              <a:t>Agenda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9628627">
            <a:off x="9660075" y="-3102136"/>
            <a:ext cx="11640107" cy="11640107"/>
          </a:xfrm>
          <a:custGeom>
            <a:avLst/>
            <a:gdLst/>
            <a:ahLst/>
            <a:cxnLst/>
            <a:rect r="r" b="b" t="t" l="l"/>
            <a:pathLst>
              <a:path h="11640107" w="11640107">
                <a:moveTo>
                  <a:pt x="0" y="0"/>
                </a:moveTo>
                <a:lnTo>
                  <a:pt x="11640106" y="0"/>
                </a:lnTo>
                <a:lnTo>
                  <a:pt x="11640106" y="11640107"/>
                </a:lnTo>
                <a:lnTo>
                  <a:pt x="0" y="11640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98647" y="1448893"/>
            <a:ext cx="4039331" cy="4039331"/>
          </a:xfrm>
          <a:custGeom>
            <a:avLst/>
            <a:gdLst/>
            <a:ahLst/>
            <a:cxnLst/>
            <a:rect r="r" b="b" t="t" l="l"/>
            <a:pathLst>
              <a:path h="4039331" w="4039331">
                <a:moveTo>
                  <a:pt x="0" y="0"/>
                </a:moveTo>
                <a:lnTo>
                  <a:pt x="4039331" y="0"/>
                </a:lnTo>
                <a:lnTo>
                  <a:pt x="4039331" y="4039332"/>
                </a:lnTo>
                <a:lnTo>
                  <a:pt x="0" y="4039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02482" y="4857484"/>
            <a:ext cx="4039331" cy="4039331"/>
          </a:xfrm>
          <a:custGeom>
            <a:avLst/>
            <a:gdLst/>
            <a:ahLst/>
            <a:cxnLst/>
            <a:rect r="r" b="b" t="t" l="l"/>
            <a:pathLst>
              <a:path h="4039331" w="4039331">
                <a:moveTo>
                  <a:pt x="0" y="0"/>
                </a:moveTo>
                <a:lnTo>
                  <a:pt x="4039331" y="0"/>
                </a:lnTo>
                <a:lnTo>
                  <a:pt x="4039331" y="4039331"/>
                </a:lnTo>
                <a:lnTo>
                  <a:pt x="0" y="40393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184728" y="1631488"/>
            <a:ext cx="1086429" cy="1086429"/>
          </a:xfrm>
          <a:custGeom>
            <a:avLst/>
            <a:gdLst/>
            <a:ahLst/>
            <a:cxnLst/>
            <a:rect r="r" b="b" t="t" l="l"/>
            <a:pathLst>
              <a:path h="1086429" w="1086429">
                <a:moveTo>
                  <a:pt x="0" y="0"/>
                </a:moveTo>
                <a:lnTo>
                  <a:pt x="1086429" y="0"/>
                </a:lnTo>
                <a:lnTo>
                  <a:pt x="1086429" y="1086429"/>
                </a:lnTo>
                <a:lnTo>
                  <a:pt x="0" y="1086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69200" y="7346427"/>
            <a:ext cx="977310" cy="977310"/>
          </a:xfrm>
          <a:custGeom>
            <a:avLst/>
            <a:gdLst/>
            <a:ahLst/>
            <a:cxnLst/>
            <a:rect r="r" b="b" t="t" l="l"/>
            <a:pathLst>
              <a:path h="977310" w="977310">
                <a:moveTo>
                  <a:pt x="0" y="0"/>
                </a:moveTo>
                <a:lnTo>
                  <a:pt x="977309" y="0"/>
                </a:lnTo>
                <a:lnTo>
                  <a:pt x="977309" y="977310"/>
                </a:lnTo>
                <a:lnTo>
                  <a:pt x="0" y="9773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4837138" y="6538524"/>
            <a:ext cx="2167448" cy="2214507"/>
          </a:xfrm>
          <a:custGeom>
            <a:avLst/>
            <a:gdLst/>
            <a:ahLst/>
            <a:cxnLst/>
            <a:rect r="r" b="b" t="t" l="l"/>
            <a:pathLst>
              <a:path h="2214507" w="2167448">
                <a:moveTo>
                  <a:pt x="0" y="0"/>
                </a:moveTo>
                <a:lnTo>
                  <a:pt x="2167448" y="0"/>
                </a:lnTo>
                <a:lnTo>
                  <a:pt x="2167448" y="2214506"/>
                </a:lnTo>
                <a:lnTo>
                  <a:pt x="0" y="2214506"/>
                </a:lnTo>
                <a:lnTo>
                  <a:pt x="0" y="0"/>
                </a:lnTo>
                <a:close/>
              </a:path>
            </a:pathLst>
          </a:custGeom>
          <a:blipFill>
            <a:blip r:embed="rId10"/>
            <a:stretch>
              <a:fillRect l="0" t="0" r="0" b="0"/>
            </a:stretch>
          </a:blipFill>
        </p:spPr>
      </p:sp>
      <p:sp>
        <p:nvSpPr>
          <p:cNvPr name="Freeform 8" id="8"/>
          <p:cNvSpPr/>
          <p:nvPr/>
        </p:nvSpPr>
        <p:spPr>
          <a:xfrm flipH="false" flipV="false" rot="0">
            <a:off x="13887970" y="2155604"/>
            <a:ext cx="1860685" cy="1804865"/>
          </a:xfrm>
          <a:custGeom>
            <a:avLst/>
            <a:gdLst/>
            <a:ahLst/>
            <a:cxnLst/>
            <a:rect r="r" b="b" t="t" l="l"/>
            <a:pathLst>
              <a:path h="1804865" w="1860685">
                <a:moveTo>
                  <a:pt x="0" y="0"/>
                </a:moveTo>
                <a:lnTo>
                  <a:pt x="1860685" y="0"/>
                </a:lnTo>
                <a:lnTo>
                  <a:pt x="1860685" y="1804865"/>
                </a:lnTo>
                <a:lnTo>
                  <a:pt x="0" y="1804865"/>
                </a:lnTo>
                <a:lnTo>
                  <a:pt x="0" y="0"/>
                </a:lnTo>
                <a:close/>
              </a:path>
            </a:pathLst>
          </a:custGeom>
          <a:blipFill>
            <a:blip r:embed="rId11"/>
            <a:stretch>
              <a:fillRect l="0" t="0" r="0" b="0"/>
            </a:stretch>
          </a:blipFill>
        </p:spPr>
      </p:sp>
      <p:sp>
        <p:nvSpPr>
          <p:cNvPr name="Freeform 9" id="9"/>
          <p:cNvSpPr/>
          <p:nvPr/>
        </p:nvSpPr>
        <p:spPr>
          <a:xfrm flipH="false" flipV="false" rot="0">
            <a:off x="11035718" y="5674771"/>
            <a:ext cx="2172858" cy="1784460"/>
          </a:xfrm>
          <a:custGeom>
            <a:avLst/>
            <a:gdLst/>
            <a:ahLst/>
            <a:cxnLst/>
            <a:rect r="r" b="b" t="t" l="l"/>
            <a:pathLst>
              <a:path h="1784460" w="2172858">
                <a:moveTo>
                  <a:pt x="0" y="0"/>
                </a:moveTo>
                <a:lnTo>
                  <a:pt x="2172858" y="0"/>
                </a:lnTo>
                <a:lnTo>
                  <a:pt x="2172858" y="1784460"/>
                </a:lnTo>
                <a:lnTo>
                  <a:pt x="0" y="1784460"/>
                </a:lnTo>
                <a:lnTo>
                  <a:pt x="0" y="0"/>
                </a:lnTo>
                <a:close/>
              </a:path>
            </a:pathLst>
          </a:custGeom>
          <a:blipFill>
            <a:blip r:embed="rId12"/>
            <a:stretch>
              <a:fillRect l="0" t="0" r="0" b="0"/>
            </a:stretch>
          </a:blipFill>
        </p:spPr>
      </p:sp>
      <p:sp>
        <p:nvSpPr>
          <p:cNvPr name="TextBox 10" id="10"/>
          <p:cNvSpPr txBox="true"/>
          <p:nvPr/>
        </p:nvSpPr>
        <p:spPr>
          <a:xfrm rot="0">
            <a:off x="1269200" y="2249013"/>
            <a:ext cx="7874800" cy="1223558"/>
          </a:xfrm>
          <a:prstGeom prst="rect">
            <a:avLst/>
          </a:prstGeom>
        </p:spPr>
        <p:txBody>
          <a:bodyPr anchor="t" rtlCol="false" tIns="0" lIns="0" bIns="0" rIns="0">
            <a:spAutoFit/>
          </a:bodyPr>
          <a:lstStyle/>
          <a:p>
            <a:pPr algn="l">
              <a:lnSpc>
                <a:spcPts val="8928"/>
              </a:lnSpc>
            </a:pPr>
            <a:r>
              <a:rPr lang="en-US" sz="9920" b="true">
                <a:solidFill>
                  <a:srgbClr val="000000"/>
                </a:solidFill>
                <a:latin typeface="Helvetica Now Display Heavy"/>
                <a:ea typeface="Helvetica Now Display Heavy"/>
                <a:cs typeface="Helvetica Now Display Heavy"/>
                <a:sym typeface="Helvetica Now Display Heavy"/>
              </a:rPr>
              <a:t>Introduction</a:t>
            </a:r>
          </a:p>
        </p:txBody>
      </p:sp>
      <p:sp>
        <p:nvSpPr>
          <p:cNvPr name="TextBox 11" id="11"/>
          <p:cNvSpPr txBox="true"/>
          <p:nvPr/>
        </p:nvSpPr>
        <p:spPr>
          <a:xfrm rot="0">
            <a:off x="1269200" y="3961739"/>
            <a:ext cx="6852456" cy="1211116"/>
          </a:xfrm>
          <a:prstGeom prst="rect">
            <a:avLst/>
          </a:prstGeom>
        </p:spPr>
        <p:txBody>
          <a:bodyPr anchor="t" rtlCol="false" tIns="0" lIns="0" bIns="0" rIns="0">
            <a:spAutoFit/>
          </a:bodyPr>
          <a:lstStyle/>
          <a:p>
            <a:pPr algn="l" marL="0" indent="0" lvl="0">
              <a:lnSpc>
                <a:spcPts val="4864"/>
              </a:lnSpc>
            </a:pPr>
            <a:r>
              <a:rPr lang="en-US" b="true" sz="3474">
                <a:solidFill>
                  <a:srgbClr val="000000"/>
                </a:solidFill>
                <a:latin typeface="Helvetica Now Display Bold"/>
                <a:ea typeface="Helvetica Now Display Bold"/>
                <a:cs typeface="Helvetica Now Display Bold"/>
                <a:sym typeface="Helvetica Now Display Bold"/>
              </a:rPr>
              <a:t>Ketut</a:t>
            </a:r>
            <a:r>
              <a:rPr lang="en-US" b="true" sz="3474">
                <a:solidFill>
                  <a:srgbClr val="000000"/>
                </a:solidFill>
                <a:latin typeface="Helvetica Now Display Bold"/>
                <a:ea typeface="Helvetica Now Display Bold"/>
                <a:cs typeface="Helvetica Now Display Bold"/>
                <a:sym typeface="Helvetica Now Display Bold"/>
              </a:rPr>
              <a:t> and Cahaya will be our facilitators for this session.</a:t>
            </a:r>
          </a:p>
        </p:txBody>
      </p:sp>
      <p:sp>
        <p:nvSpPr>
          <p:cNvPr name="TextBox 12" id="12"/>
          <p:cNvSpPr txBox="true"/>
          <p:nvPr/>
        </p:nvSpPr>
        <p:spPr>
          <a:xfrm rot="0">
            <a:off x="1269200" y="5489555"/>
            <a:ext cx="8555765" cy="1374019"/>
          </a:xfrm>
          <a:prstGeom prst="rect">
            <a:avLst/>
          </a:prstGeom>
        </p:spPr>
        <p:txBody>
          <a:bodyPr anchor="t" rtlCol="false" tIns="0" lIns="0" bIns="0" rIns="0">
            <a:spAutoFit/>
          </a:bodyPr>
          <a:lstStyle/>
          <a:p>
            <a:pPr algn="l" marL="0" indent="0" lvl="0">
              <a:lnSpc>
                <a:spcPts val="3648"/>
              </a:lnSpc>
            </a:pPr>
            <a:r>
              <a:rPr lang="en-US" sz="2606" u="none">
                <a:solidFill>
                  <a:srgbClr val="000000"/>
                </a:solidFill>
                <a:latin typeface="Helvetica Now Display"/>
                <a:ea typeface="Helvetica Now Display"/>
                <a:cs typeface="Helvetica Now Display"/>
                <a:sym typeface="Helvetica Now Display"/>
              </a:rPr>
              <a:t>The goal of our session is to turn chaos into clarity. As facilitators, our role is to keep the session on track and to ensure everyone participates in the discussion.</a:t>
            </a:r>
          </a:p>
        </p:txBody>
      </p:sp>
      <p:sp>
        <p:nvSpPr>
          <p:cNvPr name="TextBox 13" id="13"/>
          <p:cNvSpPr txBox="true"/>
          <p:nvPr/>
        </p:nvSpPr>
        <p:spPr>
          <a:xfrm rot="0">
            <a:off x="13516352" y="4210841"/>
            <a:ext cx="2603921" cy="540597"/>
          </a:xfrm>
          <a:prstGeom prst="rect">
            <a:avLst/>
          </a:prstGeom>
        </p:spPr>
        <p:txBody>
          <a:bodyPr anchor="t" rtlCol="false" tIns="0" lIns="0" bIns="0" rIns="0">
            <a:spAutoFit/>
          </a:bodyPr>
          <a:lstStyle/>
          <a:p>
            <a:pPr algn="ctr">
              <a:lnSpc>
                <a:spcPts val="3995"/>
              </a:lnSpc>
            </a:pPr>
            <a:r>
              <a:rPr lang="en-US" sz="4438" b="true">
                <a:solidFill>
                  <a:srgbClr val="000000"/>
                </a:solidFill>
                <a:latin typeface="Helvetica Now Display Bold"/>
                <a:ea typeface="Helvetica Now Display Bold"/>
                <a:cs typeface="Helvetica Now Display Bold"/>
                <a:sym typeface="Helvetica Now Display Bold"/>
              </a:rPr>
              <a:t>Cahaya</a:t>
            </a:r>
          </a:p>
        </p:txBody>
      </p:sp>
      <p:sp>
        <p:nvSpPr>
          <p:cNvPr name="TextBox 14" id="14"/>
          <p:cNvSpPr txBox="true"/>
          <p:nvPr/>
        </p:nvSpPr>
        <p:spPr>
          <a:xfrm rot="0">
            <a:off x="10727943" y="7631458"/>
            <a:ext cx="2788409" cy="540597"/>
          </a:xfrm>
          <a:prstGeom prst="rect">
            <a:avLst/>
          </a:prstGeom>
        </p:spPr>
        <p:txBody>
          <a:bodyPr anchor="t" rtlCol="false" tIns="0" lIns="0" bIns="0" rIns="0">
            <a:spAutoFit/>
          </a:bodyPr>
          <a:lstStyle/>
          <a:p>
            <a:pPr algn="ctr">
              <a:lnSpc>
                <a:spcPts val="3995"/>
              </a:lnSpc>
            </a:pPr>
            <a:r>
              <a:rPr lang="en-US" sz="4438" b="true">
                <a:solidFill>
                  <a:srgbClr val="000000"/>
                </a:solidFill>
                <a:latin typeface="Helvetica Now Display Bold"/>
                <a:ea typeface="Helvetica Now Display Bold"/>
                <a:cs typeface="Helvetica Now Display Bold"/>
                <a:sym typeface="Helvetica Now Display Bold"/>
              </a:rPr>
              <a:t>Ketut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2910751">
            <a:off x="11439247" y="-676553"/>
            <a:ext cx="11640107" cy="11640107"/>
          </a:xfrm>
          <a:custGeom>
            <a:avLst/>
            <a:gdLst/>
            <a:ahLst/>
            <a:cxnLst/>
            <a:rect r="r" b="b" t="t" l="l"/>
            <a:pathLst>
              <a:path h="11640107" w="11640107">
                <a:moveTo>
                  <a:pt x="0" y="0"/>
                </a:moveTo>
                <a:lnTo>
                  <a:pt x="11640106" y="0"/>
                </a:lnTo>
                <a:lnTo>
                  <a:pt x="11640106" y="11640106"/>
                </a:lnTo>
                <a:lnTo>
                  <a:pt x="0" y="116401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1416" y="2908624"/>
            <a:ext cx="17385168" cy="8311929"/>
            <a:chOff x="0" y="0"/>
            <a:chExt cx="4578810" cy="2189150"/>
          </a:xfrm>
        </p:grpSpPr>
        <p:sp>
          <p:nvSpPr>
            <p:cNvPr name="Freeform 4" id="4"/>
            <p:cNvSpPr/>
            <p:nvPr/>
          </p:nvSpPr>
          <p:spPr>
            <a:xfrm flipH="false" flipV="false" rot="0">
              <a:off x="0" y="0"/>
              <a:ext cx="4578810" cy="2189150"/>
            </a:xfrm>
            <a:custGeom>
              <a:avLst/>
              <a:gdLst/>
              <a:ahLst/>
              <a:cxnLst/>
              <a:rect r="r" b="b" t="t" l="l"/>
              <a:pathLst>
                <a:path h="2189150" w="4578810">
                  <a:moveTo>
                    <a:pt x="34735" y="0"/>
                  </a:moveTo>
                  <a:lnTo>
                    <a:pt x="4544075" y="0"/>
                  </a:lnTo>
                  <a:cubicBezTo>
                    <a:pt x="4563258" y="0"/>
                    <a:pt x="4578810" y="15551"/>
                    <a:pt x="4578810" y="34735"/>
                  </a:cubicBezTo>
                  <a:lnTo>
                    <a:pt x="4578810" y="2154415"/>
                  </a:lnTo>
                  <a:cubicBezTo>
                    <a:pt x="4578810" y="2173599"/>
                    <a:pt x="4563258" y="2189150"/>
                    <a:pt x="4544075" y="2189150"/>
                  </a:cubicBezTo>
                  <a:lnTo>
                    <a:pt x="34735" y="2189150"/>
                  </a:lnTo>
                  <a:cubicBezTo>
                    <a:pt x="15551" y="2189150"/>
                    <a:pt x="0" y="2173599"/>
                    <a:pt x="0" y="2154415"/>
                  </a:cubicBezTo>
                  <a:lnTo>
                    <a:pt x="0" y="34735"/>
                  </a:lnTo>
                  <a:cubicBezTo>
                    <a:pt x="0" y="15551"/>
                    <a:pt x="15551" y="0"/>
                    <a:pt x="34735" y="0"/>
                  </a:cubicBezTo>
                  <a:close/>
                </a:path>
              </a:pathLst>
            </a:custGeom>
            <a:solidFill>
              <a:srgbClr val="F8C238"/>
            </a:solidFill>
          </p:spPr>
        </p:sp>
        <p:sp>
          <p:nvSpPr>
            <p:cNvPr name="TextBox 5" id="5"/>
            <p:cNvSpPr txBox="true"/>
            <p:nvPr/>
          </p:nvSpPr>
          <p:spPr>
            <a:xfrm>
              <a:off x="0" y="-38100"/>
              <a:ext cx="4578810" cy="2227250"/>
            </a:xfrm>
            <a:prstGeom prst="rect">
              <a:avLst/>
            </a:prstGeom>
          </p:spPr>
          <p:txBody>
            <a:bodyPr anchor="ctr" rtlCol="false" tIns="50800" lIns="50800" bIns="50800" rIns="50800"/>
            <a:lstStyle/>
            <a:p>
              <a:pPr algn="ctr">
                <a:lnSpc>
                  <a:spcPts val="2889"/>
                </a:lnSpc>
              </a:pPr>
            </a:p>
          </p:txBody>
        </p:sp>
      </p:grpSp>
      <p:grpSp>
        <p:nvGrpSpPr>
          <p:cNvPr name="Group 6" id="6"/>
          <p:cNvGrpSpPr/>
          <p:nvPr/>
        </p:nvGrpSpPr>
        <p:grpSpPr>
          <a:xfrm rot="0">
            <a:off x="932881" y="3446745"/>
            <a:ext cx="5772928" cy="7930762"/>
            <a:chOff x="0" y="0"/>
            <a:chExt cx="1520442" cy="2088760"/>
          </a:xfrm>
        </p:grpSpPr>
        <p:sp>
          <p:nvSpPr>
            <p:cNvPr name="Freeform 7" id="7"/>
            <p:cNvSpPr/>
            <p:nvPr/>
          </p:nvSpPr>
          <p:spPr>
            <a:xfrm flipH="false" flipV="false" rot="0">
              <a:off x="0" y="0"/>
              <a:ext cx="1520442" cy="2088760"/>
            </a:xfrm>
            <a:custGeom>
              <a:avLst/>
              <a:gdLst/>
              <a:ahLst/>
              <a:cxnLst/>
              <a:rect r="r" b="b" t="t" l="l"/>
              <a:pathLst>
                <a:path h="2088760" w="1520442">
                  <a:moveTo>
                    <a:pt x="65713" y="0"/>
                  </a:moveTo>
                  <a:lnTo>
                    <a:pt x="1454729" y="0"/>
                  </a:lnTo>
                  <a:cubicBezTo>
                    <a:pt x="1491021" y="0"/>
                    <a:pt x="1520442" y="29421"/>
                    <a:pt x="1520442" y="65713"/>
                  </a:cubicBezTo>
                  <a:lnTo>
                    <a:pt x="1520442" y="2023048"/>
                  </a:lnTo>
                  <a:cubicBezTo>
                    <a:pt x="1520442" y="2040476"/>
                    <a:pt x="1513519" y="2057190"/>
                    <a:pt x="1501195" y="2069514"/>
                  </a:cubicBezTo>
                  <a:cubicBezTo>
                    <a:pt x="1488872" y="2081837"/>
                    <a:pt x="1472157" y="2088760"/>
                    <a:pt x="1454729" y="2088760"/>
                  </a:cubicBezTo>
                  <a:lnTo>
                    <a:pt x="65713" y="2088760"/>
                  </a:lnTo>
                  <a:cubicBezTo>
                    <a:pt x="48285" y="2088760"/>
                    <a:pt x="31570" y="2081837"/>
                    <a:pt x="19247" y="2069514"/>
                  </a:cubicBezTo>
                  <a:cubicBezTo>
                    <a:pt x="6923" y="2057190"/>
                    <a:pt x="0" y="2040476"/>
                    <a:pt x="0" y="2023048"/>
                  </a:cubicBezTo>
                  <a:lnTo>
                    <a:pt x="0" y="65713"/>
                  </a:lnTo>
                  <a:cubicBezTo>
                    <a:pt x="0" y="48285"/>
                    <a:pt x="6923" y="31570"/>
                    <a:pt x="19247" y="19247"/>
                  </a:cubicBezTo>
                  <a:cubicBezTo>
                    <a:pt x="31570" y="6923"/>
                    <a:pt x="48285" y="0"/>
                    <a:pt x="65713" y="0"/>
                  </a:cubicBezTo>
                  <a:close/>
                </a:path>
              </a:pathLst>
            </a:custGeom>
            <a:solidFill>
              <a:srgbClr val="000000"/>
            </a:solidFill>
          </p:spPr>
        </p:sp>
        <p:sp>
          <p:nvSpPr>
            <p:cNvPr name="TextBox 8" id="8"/>
            <p:cNvSpPr txBox="true"/>
            <p:nvPr/>
          </p:nvSpPr>
          <p:spPr>
            <a:xfrm>
              <a:off x="0" y="-38100"/>
              <a:ext cx="1520442" cy="2126860"/>
            </a:xfrm>
            <a:prstGeom prst="rect">
              <a:avLst/>
            </a:prstGeom>
          </p:spPr>
          <p:txBody>
            <a:bodyPr anchor="ctr" rtlCol="false" tIns="50800" lIns="50800" bIns="50800" rIns="50800"/>
            <a:lstStyle/>
            <a:p>
              <a:pPr algn="ctr">
                <a:lnSpc>
                  <a:spcPts val="2889"/>
                </a:lnSpc>
              </a:pPr>
            </a:p>
          </p:txBody>
        </p:sp>
      </p:grpSp>
      <p:sp>
        <p:nvSpPr>
          <p:cNvPr name="Freeform 9" id="9"/>
          <p:cNvSpPr/>
          <p:nvPr/>
        </p:nvSpPr>
        <p:spPr>
          <a:xfrm flipH="false" flipV="false" rot="0">
            <a:off x="7039184" y="3716067"/>
            <a:ext cx="10220116" cy="6017094"/>
          </a:xfrm>
          <a:custGeom>
            <a:avLst/>
            <a:gdLst/>
            <a:ahLst/>
            <a:cxnLst/>
            <a:rect r="r" b="b" t="t" l="l"/>
            <a:pathLst>
              <a:path h="6017094" w="10220116">
                <a:moveTo>
                  <a:pt x="0" y="0"/>
                </a:moveTo>
                <a:lnTo>
                  <a:pt x="10220116" y="0"/>
                </a:lnTo>
                <a:lnTo>
                  <a:pt x="10220116" y="6017093"/>
                </a:lnTo>
                <a:lnTo>
                  <a:pt x="0" y="6017093"/>
                </a:lnTo>
                <a:lnTo>
                  <a:pt x="0" y="0"/>
                </a:lnTo>
                <a:close/>
              </a:path>
            </a:pathLst>
          </a:custGeom>
          <a:blipFill>
            <a:blip r:embed="rId4"/>
            <a:stretch>
              <a:fillRect l="0" t="0" r="0" b="0"/>
            </a:stretch>
          </a:blipFill>
        </p:spPr>
      </p:sp>
      <p:sp>
        <p:nvSpPr>
          <p:cNvPr name="Freeform 10" id="10"/>
          <p:cNvSpPr/>
          <p:nvPr/>
        </p:nvSpPr>
        <p:spPr>
          <a:xfrm flipH="false" flipV="false" rot="0">
            <a:off x="1484895" y="4163943"/>
            <a:ext cx="922255" cy="922255"/>
          </a:xfrm>
          <a:custGeom>
            <a:avLst/>
            <a:gdLst/>
            <a:ahLst/>
            <a:cxnLst/>
            <a:rect r="r" b="b" t="t" l="l"/>
            <a:pathLst>
              <a:path h="922255" w="922255">
                <a:moveTo>
                  <a:pt x="0" y="0"/>
                </a:moveTo>
                <a:lnTo>
                  <a:pt x="922255" y="0"/>
                </a:lnTo>
                <a:lnTo>
                  <a:pt x="922255" y="922255"/>
                </a:lnTo>
                <a:lnTo>
                  <a:pt x="0" y="9222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484895" y="5512849"/>
            <a:ext cx="922255" cy="922255"/>
          </a:xfrm>
          <a:custGeom>
            <a:avLst/>
            <a:gdLst/>
            <a:ahLst/>
            <a:cxnLst/>
            <a:rect r="r" b="b" t="t" l="l"/>
            <a:pathLst>
              <a:path h="922255" w="922255">
                <a:moveTo>
                  <a:pt x="0" y="0"/>
                </a:moveTo>
                <a:lnTo>
                  <a:pt x="922255" y="0"/>
                </a:lnTo>
                <a:lnTo>
                  <a:pt x="922255" y="922255"/>
                </a:lnTo>
                <a:lnTo>
                  <a:pt x="0" y="9222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484895" y="6862572"/>
            <a:ext cx="922255" cy="922255"/>
          </a:xfrm>
          <a:custGeom>
            <a:avLst/>
            <a:gdLst/>
            <a:ahLst/>
            <a:cxnLst/>
            <a:rect r="r" b="b" t="t" l="l"/>
            <a:pathLst>
              <a:path h="922255" w="922255">
                <a:moveTo>
                  <a:pt x="0" y="0"/>
                </a:moveTo>
                <a:lnTo>
                  <a:pt x="922255" y="0"/>
                </a:lnTo>
                <a:lnTo>
                  <a:pt x="922255" y="922255"/>
                </a:lnTo>
                <a:lnTo>
                  <a:pt x="0" y="9222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0">
            <a:off x="9731559" y="3446745"/>
            <a:ext cx="4835365" cy="1030028"/>
            <a:chOff x="0" y="0"/>
            <a:chExt cx="1907804" cy="406400"/>
          </a:xfrm>
        </p:grpSpPr>
        <p:sp>
          <p:nvSpPr>
            <p:cNvPr name="Freeform 14" id="14"/>
            <p:cNvSpPr/>
            <p:nvPr/>
          </p:nvSpPr>
          <p:spPr>
            <a:xfrm flipH="false" flipV="false" rot="0">
              <a:off x="0" y="0"/>
              <a:ext cx="1907804" cy="406400"/>
            </a:xfrm>
            <a:custGeom>
              <a:avLst/>
              <a:gdLst/>
              <a:ahLst/>
              <a:cxnLst/>
              <a:rect r="r" b="b" t="t" l="l"/>
              <a:pathLst>
                <a:path h="406400" w="1907804">
                  <a:moveTo>
                    <a:pt x="1704604" y="0"/>
                  </a:moveTo>
                  <a:cubicBezTo>
                    <a:pt x="1816828" y="0"/>
                    <a:pt x="1907804" y="90976"/>
                    <a:pt x="1907804" y="203200"/>
                  </a:cubicBezTo>
                  <a:cubicBezTo>
                    <a:pt x="1907804" y="315424"/>
                    <a:pt x="1816828" y="406400"/>
                    <a:pt x="1704604" y="406400"/>
                  </a:cubicBezTo>
                  <a:lnTo>
                    <a:pt x="203200" y="406400"/>
                  </a:lnTo>
                  <a:cubicBezTo>
                    <a:pt x="90976" y="406400"/>
                    <a:pt x="0" y="315424"/>
                    <a:pt x="0" y="203200"/>
                  </a:cubicBezTo>
                  <a:cubicBezTo>
                    <a:pt x="0" y="90976"/>
                    <a:pt x="90976" y="0"/>
                    <a:pt x="203200" y="0"/>
                  </a:cubicBezTo>
                  <a:close/>
                </a:path>
              </a:pathLst>
            </a:custGeom>
            <a:solidFill>
              <a:srgbClr val="000000"/>
            </a:solidFill>
          </p:spPr>
        </p:sp>
        <p:sp>
          <p:nvSpPr>
            <p:cNvPr name="TextBox 15" id="15"/>
            <p:cNvSpPr txBox="true"/>
            <p:nvPr/>
          </p:nvSpPr>
          <p:spPr>
            <a:xfrm>
              <a:off x="0" y="-38100"/>
              <a:ext cx="1907804" cy="444500"/>
            </a:xfrm>
            <a:prstGeom prst="rect">
              <a:avLst/>
            </a:prstGeom>
          </p:spPr>
          <p:txBody>
            <a:bodyPr anchor="ctr" rtlCol="false" tIns="50800" lIns="50800" bIns="50800" rIns="50800"/>
            <a:lstStyle/>
            <a:p>
              <a:pPr algn="ctr">
                <a:lnSpc>
                  <a:spcPts val="2889"/>
                </a:lnSpc>
              </a:pPr>
            </a:p>
          </p:txBody>
        </p:sp>
      </p:grpSp>
      <p:sp>
        <p:nvSpPr>
          <p:cNvPr name="Freeform 16" id="16"/>
          <p:cNvSpPr/>
          <p:nvPr/>
        </p:nvSpPr>
        <p:spPr>
          <a:xfrm flipH="false" flipV="false" rot="0">
            <a:off x="9475722" y="5285685"/>
            <a:ext cx="1544786" cy="1540924"/>
          </a:xfrm>
          <a:custGeom>
            <a:avLst/>
            <a:gdLst/>
            <a:ahLst/>
            <a:cxnLst/>
            <a:rect r="r" b="b" t="t" l="l"/>
            <a:pathLst>
              <a:path h="1540924" w="1544786">
                <a:moveTo>
                  <a:pt x="0" y="0"/>
                </a:moveTo>
                <a:lnTo>
                  <a:pt x="1544786" y="0"/>
                </a:lnTo>
                <a:lnTo>
                  <a:pt x="1544786" y="1540924"/>
                </a:lnTo>
                <a:lnTo>
                  <a:pt x="0" y="1540924"/>
                </a:lnTo>
                <a:lnTo>
                  <a:pt x="0" y="0"/>
                </a:lnTo>
                <a:close/>
              </a:path>
            </a:pathLst>
          </a:custGeom>
          <a:blipFill>
            <a:blip r:embed="rId11"/>
            <a:stretch>
              <a:fillRect l="0" t="0" r="0" b="0"/>
            </a:stretch>
          </a:blipFill>
        </p:spPr>
      </p:sp>
      <p:sp>
        <p:nvSpPr>
          <p:cNvPr name="Freeform 17" id="17"/>
          <p:cNvSpPr/>
          <p:nvPr/>
        </p:nvSpPr>
        <p:spPr>
          <a:xfrm flipH="false" flipV="false" rot="0">
            <a:off x="11377816" y="7064588"/>
            <a:ext cx="1542852" cy="1540924"/>
          </a:xfrm>
          <a:custGeom>
            <a:avLst/>
            <a:gdLst/>
            <a:ahLst/>
            <a:cxnLst/>
            <a:rect r="r" b="b" t="t" l="l"/>
            <a:pathLst>
              <a:path h="1540924" w="1542852">
                <a:moveTo>
                  <a:pt x="0" y="0"/>
                </a:moveTo>
                <a:lnTo>
                  <a:pt x="1542852" y="0"/>
                </a:lnTo>
                <a:lnTo>
                  <a:pt x="1542852" y="1540924"/>
                </a:lnTo>
                <a:lnTo>
                  <a:pt x="0" y="1540924"/>
                </a:lnTo>
                <a:lnTo>
                  <a:pt x="0" y="0"/>
                </a:lnTo>
                <a:close/>
              </a:path>
            </a:pathLst>
          </a:custGeom>
          <a:blipFill>
            <a:blip r:embed="rId12"/>
            <a:stretch>
              <a:fillRect l="0" t="0" r="0" b="0"/>
            </a:stretch>
          </a:blipFill>
        </p:spPr>
      </p:sp>
      <p:sp>
        <p:nvSpPr>
          <p:cNvPr name="Freeform 18" id="18"/>
          <p:cNvSpPr/>
          <p:nvPr/>
        </p:nvSpPr>
        <p:spPr>
          <a:xfrm flipH="false" flipV="false" rot="0">
            <a:off x="13249815" y="5206759"/>
            <a:ext cx="1542852" cy="1540924"/>
          </a:xfrm>
          <a:custGeom>
            <a:avLst/>
            <a:gdLst/>
            <a:ahLst/>
            <a:cxnLst/>
            <a:rect r="r" b="b" t="t" l="l"/>
            <a:pathLst>
              <a:path h="1540924" w="1542852">
                <a:moveTo>
                  <a:pt x="0" y="0"/>
                </a:moveTo>
                <a:lnTo>
                  <a:pt x="1542852" y="0"/>
                </a:lnTo>
                <a:lnTo>
                  <a:pt x="1542852" y="1540924"/>
                </a:lnTo>
                <a:lnTo>
                  <a:pt x="0" y="1540924"/>
                </a:lnTo>
                <a:lnTo>
                  <a:pt x="0" y="0"/>
                </a:lnTo>
                <a:close/>
              </a:path>
            </a:pathLst>
          </a:custGeom>
          <a:blipFill>
            <a:blip r:embed="rId13"/>
            <a:stretch>
              <a:fillRect l="0" t="0" r="0" b="0"/>
            </a:stretch>
          </a:blipFill>
        </p:spPr>
      </p:sp>
      <p:sp>
        <p:nvSpPr>
          <p:cNvPr name="TextBox 19" id="19"/>
          <p:cNvSpPr txBox="true"/>
          <p:nvPr/>
        </p:nvSpPr>
        <p:spPr>
          <a:xfrm rot="0">
            <a:off x="1982480" y="1024434"/>
            <a:ext cx="14323039" cy="1500991"/>
          </a:xfrm>
          <a:prstGeom prst="rect">
            <a:avLst/>
          </a:prstGeom>
        </p:spPr>
        <p:txBody>
          <a:bodyPr anchor="t" rtlCol="false" tIns="0" lIns="0" bIns="0" rIns="0">
            <a:spAutoFit/>
          </a:bodyPr>
          <a:lstStyle/>
          <a:p>
            <a:pPr algn="ctr">
              <a:lnSpc>
                <a:spcPts val="10931"/>
              </a:lnSpc>
            </a:pPr>
            <a:r>
              <a:rPr lang="en-US" sz="12146" b="true">
                <a:solidFill>
                  <a:srgbClr val="000000"/>
                </a:solidFill>
                <a:latin typeface="Helvetica Now Display Heavy"/>
                <a:ea typeface="Helvetica Now Display Heavy"/>
                <a:cs typeface="Helvetica Now Display Heavy"/>
                <a:sym typeface="Helvetica Now Display Heavy"/>
              </a:rPr>
              <a:t>Team Check-in</a:t>
            </a:r>
          </a:p>
        </p:txBody>
      </p:sp>
      <p:sp>
        <p:nvSpPr>
          <p:cNvPr name="TextBox 20" id="20"/>
          <p:cNvSpPr txBox="true"/>
          <p:nvPr/>
        </p:nvSpPr>
        <p:spPr>
          <a:xfrm rot="0">
            <a:off x="2607273" y="4225760"/>
            <a:ext cx="2760265" cy="760521"/>
          </a:xfrm>
          <a:prstGeom prst="rect">
            <a:avLst/>
          </a:prstGeom>
        </p:spPr>
        <p:txBody>
          <a:bodyPr anchor="t" rtlCol="false" tIns="0" lIns="0" bIns="0" rIns="0">
            <a:spAutoFit/>
          </a:bodyPr>
          <a:lstStyle/>
          <a:p>
            <a:pPr algn="l">
              <a:lnSpc>
                <a:spcPts val="3079"/>
              </a:lnSpc>
            </a:pPr>
            <a:r>
              <a:rPr lang="en-US" sz="2199" b="true">
                <a:solidFill>
                  <a:srgbClr val="FFFDF8"/>
                </a:solidFill>
                <a:latin typeface="Helvetica Now Display Bold"/>
                <a:ea typeface="Helvetica Now Display Bold"/>
                <a:cs typeface="Helvetica Now Display Bold"/>
                <a:sym typeface="Helvetica Now Display Bold"/>
              </a:rPr>
              <a:t>Click the More tab in the editor side panel</a:t>
            </a:r>
          </a:p>
        </p:txBody>
      </p:sp>
      <p:sp>
        <p:nvSpPr>
          <p:cNvPr name="TextBox 21" id="21"/>
          <p:cNvSpPr txBox="true"/>
          <p:nvPr/>
        </p:nvSpPr>
        <p:spPr>
          <a:xfrm rot="0">
            <a:off x="2607273" y="5758285"/>
            <a:ext cx="2760265" cy="371371"/>
          </a:xfrm>
          <a:prstGeom prst="rect">
            <a:avLst/>
          </a:prstGeom>
        </p:spPr>
        <p:txBody>
          <a:bodyPr anchor="t" rtlCol="false" tIns="0" lIns="0" bIns="0" rIns="0">
            <a:spAutoFit/>
          </a:bodyPr>
          <a:lstStyle/>
          <a:p>
            <a:pPr algn="l">
              <a:lnSpc>
                <a:spcPts val="3079"/>
              </a:lnSpc>
            </a:pPr>
            <a:r>
              <a:rPr lang="en-US" sz="2199" spc="-21" b="true">
                <a:solidFill>
                  <a:srgbClr val="FFFDF8"/>
                </a:solidFill>
                <a:latin typeface="Helvetica Now Display Bold"/>
                <a:ea typeface="Helvetica Now Display Bold"/>
                <a:cs typeface="Helvetica Now Display Bold"/>
                <a:sym typeface="Helvetica Now Display Bold"/>
              </a:rPr>
              <a:t>Select the Emoji</a:t>
            </a:r>
          </a:p>
        </p:txBody>
      </p:sp>
      <p:sp>
        <p:nvSpPr>
          <p:cNvPr name="TextBox 22" id="22"/>
          <p:cNvSpPr txBox="true"/>
          <p:nvPr/>
        </p:nvSpPr>
        <p:spPr>
          <a:xfrm rot="0">
            <a:off x="2591939" y="6924390"/>
            <a:ext cx="3563829" cy="760521"/>
          </a:xfrm>
          <a:prstGeom prst="rect">
            <a:avLst/>
          </a:prstGeom>
        </p:spPr>
        <p:txBody>
          <a:bodyPr anchor="t" rtlCol="false" tIns="0" lIns="0" bIns="0" rIns="0">
            <a:spAutoFit/>
          </a:bodyPr>
          <a:lstStyle/>
          <a:p>
            <a:pPr algn="l">
              <a:lnSpc>
                <a:spcPts val="3079"/>
              </a:lnSpc>
            </a:pPr>
            <a:r>
              <a:rPr lang="en-US" sz="2199" b="true">
                <a:solidFill>
                  <a:srgbClr val="FFFDF8"/>
                </a:solidFill>
                <a:latin typeface="Helvetica Now Display Bold"/>
                <a:ea typeface="Helvetica Now Display Bold"/>
                <a:cs typeface="Helvetica Now Display Bold"/>
                <a:sym typeface="Helvetica Now Display Bold"/>
              </a:rPr>
              <a:t>Browse and click the Emoji or GIF you want to use.</a:t>
            </a:r>
          </a:p>
        </p:txBody>
      </p:sp>
      <p:sp>
        <p:nvSpPr>
          <p:cNvPr name="TextBox 23" id="23"/>
          <p:cNvSpPr txBox="true"/>
          <p:nvPr/>
        </p:nvSpPr>
        <p:spPr>
          <a:xfrm rot="0">
            <a:off x="1484895" y="8403694"/>
            <a:ext cx="4007991" cy="1044336"/>
          </a:xfrm>
          <a:prstGeom prst="rect">
            <a:avLst/>
          </a:prstGeom>
        </p:spPr>
        <p:txBody>
          <a:bodyPr anchor="t" rtlCol="false" tIns="0" lIns="0" bIns="0" rIns="0">
            <a:spAutoFit/>
          </a:bodyPr>
          <a:lstStyle/>
          <a:p>
            <a:pPr algn="l">
              <a:lnSpc>
                <a:spcPts val="2821"/>
              </a:lnSpc>
            </a:pPr>
            <a:r>
              <a:rPr lang="en-US" sz="2015">
                <a:solidFill>
                  <a:srgbClr val="FFFDF8"/>
                </a:solidFill>
                <a:latin typeface="Helvetica Now Display"/>
                <a:ea typeface="Helvetica Now Display"/>
                <a:cs typeface="Helvetica Now Display"/>
                <a:sym typeface="Helvetica Now Display"/>
              </a:rPr>
              <a:t>Choose an Emoji, GIF, or image from a mood meter that best represents how you feel at the moment.</a:t>
            </a:r>
          </a:p>
        </p:txBody>
      </p:sp>
      <p:sp>
        <p:nvSpPr>
          <p:cNvPr name="TextBox 24" id="24"/>
          <p:cNvSpPr txBox="true"/>
          <p:nvPr/>
        </p:nvSpPr>
        <p:spPr>
          <a:xfrm rot="0">
            <a:off x="9931988" y="3701479"/>
            <a:ext cx="4434508" cy="462464"/>
          </a:xfrm>
          <a:prstGeom prst="rect">
            <a:avLst/>
          </a:prstGeom>
        </p:spPr>
        <p:txBody>
          <a:bodyPr anchor="t" rtlCol="false" tIns="0" lIns="0" bIns="0" rIns="0">
            <a:spAutoFit/>
          </a:bodyPr>
          <a:lstStyle/>
          <a:p>
            <a:pPr algn="ctr">
              <a:lnSpc>
                <a:spcPts val="3853"/>
              </a:lnSpc>
            </a:pPr>
            <a:r>
              <a:rPr lang="en-US" sz="2752" b="true">
                <a:solidFill>
                  <a:srgbClr val="F8C238"/>
                </a:solidFill>
                <a:latin typeface="Helvetica Now Display Bold"/>
                <a:ea typeface="Helvetica Now Display Bold"/>
                <a:cs typeface="Helvetica Now Display Bold"/>
                <a:sym typeface="Helvetica Now Display Bold"/>
              </a:rPr>
              <a:t>How are you feeling?</a:t>
            </a:r>
          </a:p>
        </p:txBody>
      </p:sp>
      <p:sp>
        <p:nvSpPr>
          <p:cNvPr name="TextBox 25" id="25"/>
          <p:cNvSpPr txBox="true"/>
          <p:nvPr/>
        </p:nvSpPr>
        <p:spPr>
          <a:xfrm rot="0">
            <a:off x="13335540" y="8573582"/>
            <a:ext cx="3238059" cy="473018"/>
          </a:xfrm>
          <a:prstGeom prst="rect">
            <a:avLst/>
          </a:prstGeom>
        </p:spPr>
        <p:txBody>
          <a:bodyPr anchor="t" rtlCol="false" tIns="0" lIns="0" bIns="0" rIns="0">
            <a:spAutoFit/>
          </a:bodyPr>
          <a:lstStyle/>
          <a:p>
            <a:pPr algn="r">
              <a:lnSpc>
                <a:spcPts val="3853"/>
              </a:lnSpc>
            </a:pPr>
            <a:r>
              <a:rPr lang="en-US" b="true" sz="2752" i="true">
                <a:solidFill>
                  <a:srgbClr val="000000"/>
                </a:solidFill>
                <a:latin typeface="Helvetica Now Display Bold Italics"/>
                <a:ea typeface="Helvetica Now Display Bold Italics"/>
                <a:cs typeface="Helvetica Now Display Bold Italics"/>
                <a:sym typeface="Helvetica Now Display Bold Italics"/>
              </a:rPr>
              <a:t>Time : 5 Minutes</a:t>
            </a:r>
          </a:p>
        </p:txBody>
      </p:sp>
      <p:sp>
        <p:nvSpPr>
          <p:cNvPr name="Freeform 26" id="26"/>
          <p:cNvSpPr/>
          <p:nvPr/>
        </p:nvSpPr>
        <p:spPr>
          <a:xfrm flipH="false" flipV="false" rot="0">
            <a:off x="1017634" y="-467261"/>
            <a:ext cx="1148795" cy="1148795"/>
          </a:xfrm>
          <a:custGeom>
            <a:avLst/>
            <a:gdLst/>
            <a:ahLst/>
            <a:cxnLst/>
            <a:rect r="r" b="b" t="t" l="l"/>
            <a:pathLst>
              <a:path h="1148795" w="1148795">
                <a:moveTo>
                  <a:pt x="0" y="0"/>
                </a:moveTo>
                <a:lnTo>
                  <a:pt x="1148795" y="0"/>
                </a:lnTo>
                <a:lnTo>
                  <a:pt x="1148795" y="1148795"/>
                </a:lnTo>
                <a:lnTo>
                  <a:pt x="0" y="114879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7" id="27"/>
          <p:cNvSpPr/>
          <p:nvPr/>
        </p:nvSpPr>
        <p:spPr>
          <a:xfrm flipH="false" flipV="false" rot="0">
            <a:off x="17940452" y="1603479"/>
            <a:ext cx="695097" cy="695097"/>
          </a:xfrm>
          <a:custGeom>
            <a:avLst/>
            <a:gdLst/>
            <a:ahLst/>
            <a:cxnLst/>
            <a:rect r="r" b="b" t="t" l="l"/>
            <a:pathLst>
              <a:path h="695097" w="695097">
                <a:moveTo>
                  <a:pt x="0" y="0"/>
                </a:moveTo>
                <a:lnTo>
                  <a:pt x="695096" y="0"/>
                </a:lnTo>
                <a:lnTo>
                  <a:pt x="695096" y="695097"/>
                </a:lnTo>
                <a:lnTo>
                  <a:pt x="0" y="69509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9450434" y="2841379"/>
            <a:ext cx="7808866" cy="8570579"/>
            <a:chOff x="0" y="0"/>
            <a:chExt cx="2056656" cy="2257272"/>
          </a:xfrm>
        </p:grpSpPr>
        <p:sp>
          <p:nvSpPr>
            <p:cNvPr name="Freeform 3" id="3"/>
            <p:cNvSpPr/>
            <p:nvPr/>
          </p:nvSpPr>
          <p:spPr>
            <a:xfrm flipH="false" flipV="false" rot="0">
              <a:off x="0" y="0"/>
              <a:ext cx="2056656" cy="2257272"/>
            </a:xfrm>
            <a:custGeom>
              <a:avLst/>
              <a:gdLst/>
              <a:ahLst/>
              <a:cxnLst/>
              <a:rect r="r" b="b" t="t" l="l"/>
              <a:pathLst>
                <a:path h="2257272" w="2056656">
                  <a:moveTo>
                    <a:pt x="99143" y="0"/>
                  </a:moveTo>
                  <a:lnTo>
                    <a:pt x="1957513" y="0"/>
                  </a:lnTo>
                  <a:cubicBezTo>
                    <a:pt x="2012268" y="0"/>
                    <a:pt x="2056656" y="44388"/>
                    <a:pt x="2056656" y="99143"/>
                  </a:cubicBezTo>
                  <a:lnTo>
                    <a:pt x="2056656" y="2158129"/>
                  </a:lnTo>
                  <a:cubicBezTo>
                    <a:pt x="2056656" y="2212884"/>
                    <a:pt x="2012268" y="2257272"/>
                    <a:pt x="1957513" y="2257272"/>
                  </a:cubicBezTo>
                  <a:lnTo>
                    <a:pt x="99143" y="2257272"/>
                  </a:lnTo>
                  <a:cubicBezTo>
                    <a:pt x="44388" y="2257272"/>
                    <a:pt x="0" y="2212884"/>
                    <a:pt x="0" y="2158129"/>
                  </a:cubicBezTo>
                  <a:lnTo>
                    <a:pt x="0" y="99143"/>
                  </a:lnTo>
                  <a:cubicBezTo>
                    <a:pt x="0" y="44388"/>
                    <a:pt x="44388" y="0"/>
                    <a:pt x="99143" y="0"/>
                  </a:cubicBezTo>
                  <a:close/>
                </a:path>
              </a:pathLst>
            </a:custGeom>
            <a:solidFill>
              <a:srgbClr val="F8C238"/>
            </a:solidFill>
          </p:spPr>
        </p:sp>
        <p:sp>
          <p:nvSpPr>
            <p:cNvPr name="TextBox 4" id="4"/>
            <p:cNvSpPr txBox="true"/>
            <p:nvPr/>
          </p:nvSpPr>
          <p:spPr>
            <a:xfrm>
              <a:off x="0" y="-38100"/>
              <a:ext cx="2056656" cy="2295372"/>
            </a:xfrm>
            <a:prstGeom prst="rect">
              <a:avLst/>
            </a:prstGeom>
          </p:spPr>
          <p:txBody>
            <a:bodyPr anchor="ctr" rtlCol="false" tIns="50800" lIns="50800" bIns="50800" rIns="50800"/>
            <a:lstStyle/>
            <a:p>
              <a:pPr algn="ctr">
                <a:lnSpc>
                  <a:spcPts val="2889"/>
                </a:lnSpc>
              </a:pPr>
            </a:p>
          </p:txBody>
        </p:sp>
      </p:grpSp>
      <p:sp>
        <p:nvSpPr>
          <p:cNvPr name="Freeform 5" id="5"/>
          <p:cNvSpPr/>
          <p:nvPr/>
        </p:nvSpPr>
        <p:spPr>
          <a:xfrm flipH="false" flipV="false" rot="5400000">
            <a:off x="6936874" y="5623563"/>
            <a:ext cx="12661189" cy="7454275"/>
          </a:xfrm>
          <a:custGeom>
            <a:avLst/>
            <a:gdLst/>
            <a:ahLst/>
            <a:cxnLst/>
            <a:rect r="r" b="b" t="t" l="l"/>
            <a:pathLst>
              <a:path h="7454275" w="12661189">
                <a:moveTo>
                  <a:pt x="0" y="0"/>
                </a:moveTo>
                <a:lnTo>
                  <a:pt x="12661189" y="0"/>
                </a:lnTo>
                <a:lnTo>
                  <a:pt x="12661189" y="7454275"/>
                </a:lnTo>
                <a:lnTo>
                  <a:pt x="0" y="7454275"/>
                </a:lnTo>
                <a:lnTo>
                  <a:pt x="0" y="0"/>
                </a:lnTo>
                <a:close/>
              </a:path>
            </a:pathLst>
          </a:custGeom>
          <a:blipFill>
            <a:blip r:embed="rId2"/>
            <a:stretch>
              <a:fillRect l="0" t="0" r="0" b="0"/>
            </a:stretch>
          </a:blipFill>
        </p:spPr>
      </p:sp>
      <p:grpSp>
        <p:nvGrpSpPr>
          <p:cNvPr name="Group 6" id="6"/>
          <p:cNvGrpSpPr/>
          <p:nvPr/>
        </p:nvGrpSpPr>
        <p:grpSpPr>
          <a:xfrm rot="0">
            <a:off x="10638450" y="2573568"/>
            <a:ext cx="5258038" cy="1030028"/>
            <a:chOff x="0" y="0"/>
            <a:chExt cx="2074570" cy="406400"/>
          </a:xfrm>
        </p:grpSpPr>
        <p:sp>
          <p:nvSpPr>
            <p:cNvPr name="Freeform 7" id="7"/>
            <p:cNvSpPr/>
            <p:nvPr/>
          </p:nvSpPr>
          <p:spPr>
            <a:xfrm flipH="false" flipV="false" rot="0">
              <a:off x="0" y="0"/>
              <a:ext cx="2074570" cy="406400"/>
            </a:xfrm>
            <a:custGeom>
              <a:avLst/>
              <a:gdLst/>
              <a:ahLst/>
              <a:cxnLst/>
              <a:rect r="r" b="b" t="t" l="l"/>
              <a:pathLst>
                <a:path h="406400" w="2074570">
                  <a:moveTo>
                    <a:pt x="1871370" y="0"/>
                  </a:moveTo>
                  <a:cubicBezTo>
                    <a:pt x="1983595" y="0"/>
                    <a:pt x="2074570" y="90976"/>
                    <a:pt x="2074570" y="203200"/>
                  </a:cubicBezTo>
                  <a:cubicBezTo>
                    <a:pt x="2074570" y="315424"/>
                    <a:pt x="1983595" y="406400"/>
                    <a:pt x="1871370" y="406400"/>
                  </a:cubicBezTo>
                  <a:lnTo>
                    <a:pt x="203200" y="406400"/>
                  </a:lnTo>
                  <a:cubicBezTo>
                    <a:pt x="90976" y="406400"/>
                    <a:pt x="0" y="315424"/>
                    <a:pt x="0" y="203200"/>
                  </a:cubicBezTo>
                  <a:cubicBezTo>
                    <a:pt x="0" y="90976"/>
                    <a:pt x="90976" y="0"/>
                    <a:pt x="203200" y="0"/>
                  </a:cubicBezTo>
                  <a:close/>
                </a:path>
              </a:pathLst>
            </a:custGeom>
            <a:solidFill>
              <a:srgbClr val="000000"/>
            </a:solidFill>
          </p:spPr>
        </p:sp>
        <p:sp>
          <p:nvSpPr>
            <p:cNvPr name="TextBox 8" id="8"/>
            <p:cNvSpPr txBox="true"/>
            <p:nvPr/>
          </p:nvSpPr>
          <p:spPr>
            <a:xfrm>
              <a:off x="0" y="-38100"/>
              <a:ext cx="2074570" cy="444500"/>
            </a:xfrm>
            <a:prstGeom prst="rect">
              <a:avLst/>
            </a:prstGeom>
          </p:spPr>
          <p:txBody>
            <a:bodyPr anchor="ctr" rtlCol="false" tIns="50800" lIns="50800" bIns="50800" rIns="50800"/>
            <a:lstStyle/>
            <a:p>
              <a:pPr algn="ctr">
                <a:lnSpc>
                  <a:spcPts val="2889"/>
                </a:lnSpc>
              </a:pPr>
            </a:p>
          </p:txBody>
        </p:sp>
      </p:grpSp>
      <p:sp>
        <p:nvSpPr>
          <p:cNvPr name="Freeform 9" id="9"/>
          <p:cNvSpPr/>
          <p:nvPr/>
        </p:nvSpPr>
        <p:spPr>
          <a:xfrm flipH="false" flipV="false" rot="0">
            <a:off x="-4638525" y="-5744880"/>
            <a:ext cx="14069990" cy="14069990"/>
          </a:xfrm>
          <a:custGeom>
            <a:avLst/>
            <a:gdLst/>
            <a:ahLst/>
            <a:cxnLst/>
            <a:rect r="r" b="b" t="t" l="l"/>
            <a:pathLst>
              <a:path h="14069990" w="14069990">
                <a:moveTo>
                  <a:pt x="0" y="0"/>
                </a:moveTo>
                <a:lnTo>
                  <a:pt x="14069990" y="0"/>
                </a:lnTo>
                <a:lnTo>
                  <a:pt x="14069990" y="14069990"/>
                </a:lnTo>
                <a:lnTo>
                  <a:pt x="0" y="140699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72726" y="3537223"/>
            <a:ext cx="6696433" cy="1196987"/>
          </a:xfrm>
          <a:custGeom>
            <a:avLst/>
            <a:gdLst/>
            <a:ahLst/>
            <a:cxnLst/>
            <a:rect r="r" b="b" t="t" l="l"/>
            <a:pathLst>
              <a:path h="1196987" w="6696433">
                <a:moveTo>
                  <a:pt x="0" y="0"/>
                </a:moveTo>
                <a:lnTo>
                  <a:pt x="6696433" y="0"/>
                </a:lnTo>
                <a:lnTo>
                  <a:pt x="6696433" y="1196988"/>
                </a:lnTo>
                <a:lnTo>
                  <a:pt x="0" y="11969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72726" y="4945385"/>
            <a:ext cx="6696433" cy="1196987"/>
          </a:xfrm>
          <a:custGeom>
            <a:avLst/>
            <a:gdLst/>
            <a:ahLst/>
            <a:cxnLst/>
            <a:rect r="r" b="b" t="t" l="l"/>
            <a:pathLst>
              <a:path h="1196987" w="6696433">
                <a:moveTo>
                  <a:pt x="0" y="0"/>
                </a:moveTo>
                <a:lnTo>
                  <a:pt x="6696433" y="0"/>
                </a:lnTo>
                <a:lnTo>
                  <a:pt x="6696433" y="1196987"/>
                </a:lnTo>
                <a:lnTo>
                  <a:pt x="0" y="11969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72726" y="6353547"/>
            <a:ext cx="6696433" cy="1196987"/>
          </a:xfrm>
          <a:custGeom>
            <a:avLst/>
            <a:gdLst/>
            <a:ahLst/>
            <a:cxnLst/>
            <a:rect r="r" b="b" t="t" l="l"/>
            <a:pathLst>
              <a:path h="1196987" w="6696433">
                <a:moveTo>
                  <a:pt x="0" y="0"/>
                </a:moveTo>
                <a:lnTo>
                  <a:pt x="6696433" y="0"/>
                </a:lnTo>
                <a:lnTo>
                  <a:pt x="6696433" y="1196987"/>
                </a:lnTo>
                <a:lnTo>
                  <a:pt x="0" y="11969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672726" y="7760084"/>
            <a:ext cx="6696433" cy="1196987"/>
          </a:xfrm>
          <a:custGeom>
            <a:avLst/>
            <a:gdLst/>
            <a:ahLst/>
            <a:cxnLst/>
            <a:rect r="r" b="b" t="t" l="l"/>
            <a:pathLst>
              <a:path h="1196987" w="6696433">
                <a:moveTo>
                  <a:pt x="0" y="0"/>
                </a:moveTo>
                <a:lnTo>
                  <a:pt x="6696433" y="0"/>
                </a:lnTo>
                <a:lnTo>
                  <a:pt x="6696433" y="1196987"/>
                </a:lnTo>
                <a:lnTo>
                  <a:pt x="0" y="11969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1117178" y="7126593"/>
            <a:ext cx="2121048" cy="2131707"/>
          </a:xfrm>
          <a:custGeom>
            <a:avLst/>
            <a:gdLst/>
            <a:ahLst/>
            <a:cxnLst/>
            <a:rect r="r" b="b" t="t" l="l"/>
            <a:pathLst>
              <a:path h="2131707" w="2121048">
                <a:moveTo>
                  <a:pt x="0" y="0"/>
                </a:moveTo>
                <a:lnTo>
                  <a:pt x="2121048" y="0"/>
                </a:lnTo>
                <a:lnTo>
                  <a:pt x="2121048" y="2131707"/>
                </a:lnTo>
                <a:lnTo>
                  <a:pt x="0" y="2131707"/>
                </a:lnTo>
                <a:lnTo>
                  <a:pt x="0" y="0"/>
                </a:lnTo>
                <a:close/>
              </a:path>
            </a:pathLst>
          </a:custGeom>
          <a:blipFill>
            <a:blip r:embed="rId7"/>
            <a:stretch>
              <a:fillRect l="0" t="0" r="0" b="0"/>
            </a:stretch>
          </a:blipFill>
        </p:spPr>
      </p:sp>
      <p:sp>
        <p:nvSpPr>
          <p:cNvPr name="Freeform 15" id="15"/>
          <p:cNvSpPr/>
          <p:nvPr/>
        </p:nvSpPr>
        <p:spPr>
          <a:xfrm flipH="false" flipV="false" rot="517921">
            <a:off x="11547891" y="4406282"/>
            <a:ext cx="1976678" cy="1925557"/>
          </a:xfrm>
          <a:custGeom>
            <a:avLst/>
            <a:gdLst/>
            <a:ahLst/>
            <a:cxnLst/>
            <a:rect r="r" b="b" t="t" l="l"/>
            <a:pathLst>
              <a:path h="1925557" w="1976678">
                <a:moveTo>
                  <a:pt x="0" y="0"/>
                </a:moveTo>
                <a:lnTo>
                  <a:pt x="1976678" y="0"/>
                </a:lnTo>
                <a:lnTo>
                  <a:pt x="1976678" y="1925558"/>
                </a:lnTo>
                <a:lnTo>
                  <a:pt x="0" y="1925558"/>
                </a:lnTo>
                <a:lnTo>
                  <a:pt x="0" y="0"/>
                </a:lnTo>
                <a:close/>
              </a:path>
            </a:pathLst>
          </a:custGeom>
          <a:blipFill>
            <a:blip r:embed="rId8"/>
            <a:stretch>
              <a:fillRect l="0" t="0" r="0" b="0"/>
            </a:stretch>
          </a:blipFill>
        </p:spPr>
      </p:sp>
      <p:sp>
        <p:nvSpPr>
          <p:cNvPr name="Freeform 16" id="16"/>
          <p:cNvSpPr/>
          <p:nvPr/>
        </p:nvSpPr>
        <p:spPr>
          <a:xfrm flipH="false" flipV="false" rot="554797">
            <a:off x="14296814" y="5251701"/>
            <a:ext cx="1700491" cy="4374253"/>
          </a:xfrm>
          <a:custGeom>
            <a:avLst/>
            <a:gdLst/>
            <a:ahLst/>
            <a:cxnLst/>
            <a:rect r="r" b="b" t="t" l="l"/>
            <a:pathLst>
              <a:path h="4374253" w="1700491">
                <a:moveTo>
                  <a:pt x="0" y="0"/>
                </a:moveTo>
                <a:lnTo>
                  <a:pt x="1700491" y="0"/>
                </a:lnTo>
                <a:lnTo>
                  <a:pt x="1700491" y="4374254"/>
                </a:lnTo>
                <a:lnTo>
                  <a:pt x="0" y="4374254"/>
                </a:lnTo>
                <a:lnTo>
                  <a:pt x="0" y="0"/>
                </a:lnTo>
                <a:close/>
              </a:path>
            </a:pathLst>
          </a:custGeom>
          <a:blipFill>
            <a:blip r:embed="rId9"/>
            <a:stretch>
              <a:fillRect l="0" t="0" r="0" b="0"/>
            </a:stretch>
          </a:blipFill>
        </p:spPr>
      </p:sp>
      <p:sp>
        <p:nvSpPr>
          <p:cNvPr name="TextBox 17" id="17"/>
          <p:cNvSpPr txBox="true"/>
          <p:nvPr/>
        </p:nvSpPr>
        <p:spPr>
          <a:xfrm rot="0">
            <a:off x="11050215" y="2828302"/>
            <a:ext cx="4434508" cy="462464"/>
          </a:xfrm>
          <a:prstGeom prst="rect">
            <a:avLst/>
          </a:prstGeom>
        </p:spPr>
        <p:txBody>
          <a:bodyPr anchor="t" rtlCol="false" tIns="0" lIns="0" bIns="0" rIns="0">
            <a:spAutoFit/>
          </a:bodyPr>
          <a:lstStyle/>
          <a:p>
            <a:pPr algn="ctr">
              <a:lnSpc>
                <a:spcPts val="3853"/>
              </a:lnSpc>
            </a:pPr>
            <a:r>
              <a:rPr lang="en-US" sz="2752" b="true">
                <a:solidFill>
                  <a:srgbClr val="F8C238"/>
                </a:solidFill>
                <a:latin typeface="Helvetica Now Display Bold"/>
                <a:ea typeface="Helvetica Now Display Bold"/>
                <a:cs typeface="Helvetica Now Display Bold"/>
                <a:sym typeface="Helvetica Now Display Bold"/>
              </a:rPr>
              <a:t>What's your favorite food?</a:t>
            </a:r>
          </a:p>
        </p:txBody>
      </p:sp>
      <p:sp>
        <p:nvSpPr>
          <p:cNvPr name="TextBox 18" id="18"/>
          <p:cNvSpPr txBox="true"/>
          <p:nvPr/>
        </p:nvSpPr>
        <p:spPr>
          <a:xfrm rot="0">
            <a:off x="2396470" y="8107565"/>
            <a:ext cx="5265586" cy="425566"/>
          </a:xfrm>
          <a:prstGeom prst="rect">
            <a:avLst/>
          </a:prstGeom>
        </p:spPr>
        <p:txBody>
          <a:bodyPr anchor="t" rtlCol="false" tIns="0" lIns="0" bIns="0" rIns="0">
            <a:spAutoFit/>
          </a:bodyPr>
          <a:lstStyle/>
          <a:p>
            <a:pPr algn="l">
              <a:lnSpc>
                <a:spcPts val="3321"/>
              </a:lnSpc>
            </a:pPr>
            <a:r>
              <a:rPr lang="en-US" sz="2767" b="true">
                <a:solidFill>
                  <a:srgbClr val="000000"/>
                </a:solidFill>
                <a:latin typeface="Helvetica Now Display Bold"/>
                <a:ea typeface="Helvetica Now Display Bold"/>
                <a:cs typeface="Helvetica Now Display Bold"/>
                <a:sym typeface="Helvetica Now Display Bold"/>
              </a:rPr>
              <a:t>What's your</a:t>
            </a:r>
            <a:r>
              <a:rPr lang="en-US" sz="2767" b="true">
                <a:solidFill>
                  <a:srgbClr val="000000"/>
                </a:solidFill>
                <a:latin typeface="Helvetica Now Display Bold"/>
                <a:ea typeface="Helvetica Now Display Bold"/>
                <a:cs typeface="Helvetica Now Display Bold"/>
                <a:sym typeface="Helvetica Now Display Bold"/>
              </a:rPr>
              <a:t> favorite dessert?</a:t>
            </a:r>
          </a:p>
        </p:txBody>
      </p:sp>
      <p:sp>
        <p:nvSpPr>
          <p:cNvPr name="TextBox 19" id="19"/>
          <p:cNvSpPr txBox="true"/>
          <p:nvPr/>
        </p:nvSpPr>
        <p:spPr>
          <a:xfrm rot="0">
            <a:off x="10197244" y="1235885"/>
            <a:ext cx="6140450" cy="880483"/>
          </a:xfrm>
          <a:prstGeom prst="rect">
            <a:avLst/>
          </a:prstGeom>
        </p:spPr>
        <p:txBody>
          <a:bodyPr anchor="t" rtlCol="false" tIns="0" lIns="0" bIns="0" rIns="0">
            <a:spAutoFit/>
          </a:bodyPr>
          <a:lstStyle/>
          <a:p>
            <a:pPr algn="ctr">
              <a:lnSpc>
                <a:spcPts val="6398"/>
              </a:lnSpc>
            </a:pPr>
            <a:r>
              <a:rPr lang="en-US" sz="7109" b="true">
                <a:solidFill>
                  <a:srgbClr val="000000"/>
                </a:solidFill>
                <a:latin typeface="Helvetica Now Display Heavy"/>
                <a:ea typeface="Helvetica Now Display Heavy"/>
                <a:cs typeface="Helvetica Now Display Heavy"/>
                <a:sym typeface="Helvetica Now Display Heavy"/>
              </a:rPr>
              <a:t>Icebreaker</a:t>
            </a:r>
          </a:p>
        </p:txBody>
      </p:sp>
      <p:sp>
        <p:nvSpPr>
          <p:cNvPr name="TextBox 20" id="20"/>
          <p:cNvSpPr txBox="true"/>
          <p:nvPr/>
        </p:nvSpPr>
        <p:spPr>
          <a:xfrm rot="0">
            <a:off x="2396470" y="3843284"/>
            <a:ext cx="5265586" cy="425566"/>
          </a:xfrm>
          <a:prstGeom prst="rect">
            <a:avLst/>
          </a:prstGeom>
        </p:spPr>
        <p:txBody>
          <a:bodyPr anchor="t" rtlCol="false" tIns="0" lIns="0" bIns="0" rIns="0">
            <a:spAutoFit/>
          </a:bodyPr>
          <a:lstStyle/>
          <a:p>
            <a:pPr algn="l">
              <a:lnSpc>
                <a:spcPts val="3321"/>
              </a:lnSpc>
            </a:pPr>
            <a:r>
              <a:rPr lang="en-US" sz="2767" b="true">
                <a:solidFill>
                  <a:srgbClr val="000000"/>
                </a:solidFill>
                <a:latin typeface="Helvetica Now Display Bold"/>
                <a:ea typeface="Helvetica Now Display Bold"/>
                <a:cs typeface="Helvetica Now Display Bold"/>
                <a:sym typeface="Helvetica Now Display Bold"/>
              </a:rPr>
              <a:t>What is your favorite hobby?</a:t>
            </a:r>
          </a:p>
        </p:txBody>
      </p:sp>
      <p:sp>
        <p:nvSpPr>
          <p:cNvPr name="TextBox 21" id="21"/>
          <p:cNvSpPr txBox="true"/>
          <p:nvPr/>
        </p:nvSpPr>
        <p:spPr>
          <a:xfrm rot="0">
            <a:off x="1672726" y="1624830"/>
            <a:ext cx="5610137" cy="1369469"/>
          </a:xfrm>
          <a:prstGeom prst="rect">
            <a:avLst/>
          </a:prstGeom>
        </p:spPr>
        <p:txBody>
          <a:bodyPr anchor="t" rtlCol="false" tIns="0" lIns="0" bIns="0" rIns="0">
            <a:spAutoFit/>
          </a:bodyPr>
          <a:lstStyle/>
          <a:p>
            <a:pPr algn="l">
              <a:lnSpc>
                <a:spcPts val="3619"/>
              </a:lnSpc>
            </a:pPr>
            <a:r>
              <a:rPr lang="en-US" sz="3015" b="true">
                <a:solidFill>
                  <a:srgbClr val="000000"/>
                </a:solidFill>
                <a:latin typeface="Helvetica Now Display Bold"/>
                <a:ea typeface="Helvetica Now Display Bold"/>
                <a:cs typeface="Helvetica Now Display Bold"/>
                <a:sym typeface="Helvetica Now Display Bold"/>
              </a:rPr>
              <a:t>Before we start with the session, let's warm up a little with this icebreaker question:</a:t>
            </a:r>
          </a:p>
        </p:txBody>
      </p:sp>
      <p:sp>
        <p:nvSpPr>
          <p:cNvPr name="TextBox 22" id="22"/>
          <p:cNvSpPr txBox="true"/>
          <p:nvPr/>
        </p:nvSpPr>
        <p:spPr>
          <a:xfrm rot="0">
            <a:off x="2396470" y="5272156"/>
            <a:ext cx="5265586" cy="425566"/>
          </a:xfrm>
          <a:prstGeom prst="rect">
            <a:avLst/>
          </a:prstGeom>
        </p:spPr>
        <p:txBody>
          <a:bodyPr anchor="t" rtlCol="false" tIns="0" lIns="0" bIns="0" rIns="0">
            <a:spAutoFit/>
          </a:bodyPr>
          <a:lstStyle/>
          <a:p>
            <a:pPr algn="l">
              <a:lnSpc>
                <a:spcPts val="3321"/>
              </a:lnSpc>
            </a:pPr>
            <a:r>
              <a:rPr lang="en-US" sz="2767" b="true">
                <a:solidFill>
                  <a:srgbClr val="000000"/>
                </a:solidFill>
                <a:latin typeface="Helvetica Now Display Bold"/>
                <a:ea typeface="Helvetica Now Display Bold"/>
                <a:cs typeface="Helvetica Now Display Bold"/>
                <a:sym typeface="Helvetica Now Display Bold"/>
              </a:rPr>
              <a:t>What is your favorite song?</a:t>
            </a:r>
          </a:p>
        </p:txBody>
      </p:sp>
      <p:sp>
        <p:nvSpPr>
          <p:cNvPr name="TextBox 23" id="23"/>
          <p:cNvSpPr txBox="true"/>
          <p:nvPr/>
        </p:nvSpPr>
        <p:spPr>
          <a:xfrm rot="0">
            <a:off x="2396470" y="6701027"/>
            <a:ext cx="5265586" cy="425566"/>
          </a:xfrm>
          <a:prstGeom prst="rect">
            <a:avLst/>
          </a:prstGeom>
        </p:spPr>
        <p:txBody>
          <a:bodyPr anchor="t" rtlCol="false" tIns="0" lIns="0" bIns="0" rIns="0">
            <a:spAutoFit/>
          </a:bodyPr>
          <a:lstStyle/>
          <a:p>
            <a:pPr algn="l">
              <a:lnSpc>
                <a:spcPts val="3321"/>
              </a:lnSpc>
            </a:pPr>
            <a:r>
              <a:rPr lang="en-US" sz="2767" b="true">
                <a:solidFill>
                  <a:srgbClr val="000000"/>
                </a:solidFill>
                <a:latin typeface="Helvetica Now Display Bold"/>
                <a:ea typeface="Helvetica Now Display Bold"/>
                <a:cs typeface="Helvetica Now Display Bold"/>
                <a:sym typeface="Helvetica Now Display Bold"/>
              </a:rPr>
              <a:t>What is your favorite movie?</a:t>
            </a:r>
          </a:p>
        </p:txBody>
      </p:sp>
      <p:sp>
        <p:nvSpPr>
          <p:cNvPr name="Freeform 24" id="24"/>
          <p:cNvSpPr/>
          <p:nvPr/>
        </p:nvSpPr>
        <p:spPr>
          <a:xfrm flipH="false" flipV="false" rot="0">
            <a:off x="2884707" y="9734156"/>
            <a:ext cx="1130136" cy="1130136"/>
          </a:xfrm>
          <a:custGeom>
            <a:avLst/>
            <a:gdLst/>
            <a:ahLst/>
            <a:cxnLst/>
            <a:rect r="r" b="b" t="t" l="l"/>
            <a:pathLst>
              <a:path h="1130136" w="1130136">
                <a:moveTo>
                  <a:pt x="0" y="0"/>
                </a:moveTo>
                <a:lnTo>
                  <a:pt x="1130135" y="0"/>
                </a:lnTo>
                <a:lnTo>
                  <a:pt x="1130135" y="1130136"/>
                </a:lnTo>
                <a:lnTo>
                  <a:pt x="0" y="11301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6985728" y="1087211"/>
            <a:ext cx="547144" cy="547144"/>
          </a:xfrm>
          <a:custGeom>
            <a:avLst/>
            <a:gdLst/>
            <a:ahLst/>
            <a:cxnLst/>
            <a:rect r="r" b="b" t="t" l="l"/>
            <a:pathLst>
              <a:path h="547144" w="547144">
                <a:moveTo>
                  <a:pt x="0" y="0"/>
                </a:moveTo>
                <a:lnTo>
                  <a:pt x="547144" y="0"/>
                </a:lnTo>
                <a:lnTo>
                  <a:pt x="547144" y="547144"/>
                </a:lnTo>
                <a:lnTo>
                  <a:pt x="0" y="5471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687319" y="7265092"/>
            <a:ext cx="2404070" cy="2404070"/>
          </a:xfrm>
          <a:custGeom>
            <a:avLst/>
            <a:gdLst/>
            <a:ahLst/>
            <a:cxnLst/>
            <a:rect r="r" b="b" t="t" l="l"/>
            <a:pathLst>
              <a:path h="2404070" w="2404070">
                <a:moveTo>
                  <a:pt x="0" y="0"/>
                </a:moveTo>
                <a:lnTo>
                  <a:pt x="2404070" y="0"/>
                </a:lnTo>
                <a:lnTo>
                  <a:pt x="2404070" y="2404071"/>
                </a:lnTo>
                <a:lnTo>
                  <a:pt x="0" y="24040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0887" y="-2181950"/>
            <a:ext cx="11640107" cy="11640107"/>
          </a:xfrm>
          <a:custGeom>
            <a:avLst/>
            <a:gdLst/>
            <a:ahLst/>
            <a:cxnLst/>
            <a:rect r="r" b="b" t="t" l="l"/>
            <a:pathLst>
              <a:path h="11640107" w="11640107">
                <a:moveTo>
                  <a:pt x="0" y="0"/>
                </a:moveTo>
                <a:lnTo>
                  <a:pt x="11640107" y="0"/>
                </a:lnTo>
                <a:lnTo>
                  <a:pt x="11640107" y="11640107"/>
                </a:lnTo>
                <a:lnTo>
                  <a:pt x="0" y="116401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910751">
            <a:off x="11147751" y="3262034"/>
            <a:ext cx="11640107" cy="11640107"/>
          </a:xfrm>
          <a:custGeom>
            <a:avLst/>
            <a:gdLst/>
            <a:ahLst/>
            <a:cxnLst/>
            <a:rect r="r" b="b" t="t" l="l"/>
            <a:pathLst>
              <a:path h="11640107" w="11640107">
                <a:moveTo>
                  <a:pt x="0" y="0"/>
                </a:moveTo>
                <a:lnTo>
                  <a:pt x="11640106" y="0"/>
                </a:lnTo>
                <a:lnTo>
                  <a:pt x="11640106" y="11640107"/>
                </a:lnTo>
                <a:lnTo>
                  <a:pt x="0" y="116401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493125" y="2640418"/>
            <a:ext cx="766175" cy="766175"/>
          </a:xfrm>
          <a:custGeom>
            <a:avLst/>
            <a:gdLst/>
            <a:ahLst/>
            <a:cxnLst/>
            <a:rect r="r" b="b" t="t" l="l"/>
            <a:pathLst>
              <a:path h="766175" w="766175">
                <a:moveTo>
                  <a:pt x="0" y="0"/>
                </a:moveTo>
                <a:lnTo>
                  <a:pt x="766175" y="0"/>
                </a:lnTo>
                <a:lnTo>
                  <a:pt x="766175" y="766175"/>
                </a:lnTo>
                <a:lnTo>
                  <a:pt x="0" y="7661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6525402" y="4028076"/>
            <a:ext cx="5237196" cy="1326968"/>
            <a:chOff x="0" y="0"/>
            <a:chExt cx="1603955" cy="406400"/>
          </a:xfrm>
        </p:grpSpPr>
        <p:sp>
          <p:nvSpPr>
            <p:cNvPr name="Freeform 7" id="7"/>
            <p:cNvSpPr/>
            <p:nvPr/>
          </p:nvSpPr>
          <p:spPr>
            <a:xfrm flipH="false" flipV="false" rot="0">
              <a:off x="0" y="0"/>
              <a:ext cx="1603955" cy="406400"/>
            </a:xfrm>
            <a:custGeom>
              <a:avLst/>
              <a:gdLst/>
              <a:ahLst/>
              <a:cxnLst/>
              <a:rect r="r" b="b" t="t" l="l"/>
              <a:pathLst>
                <a:path h="406400" w="1603955">
                  <a:moveTo>
                    <a:pt x="1400755" y="0"/>
                  </a:moveTo>
                  <a:cubicBezTo>
                    <a:pt x="1512979" y="0"/>
                    <a:pt x="1603955" y="90976"/>
                    <a:pt x="1603955" y="203200"/>
                  </a:cubicBezTo>
                  <a:cubicBezTo>
                    <a:pt x="1603955" y="315424"/>
                    <a:pt x="1512979" y="406400"/>
                    <a:pt x="1400755" y="406400"/>
                  </a:cubicBezTo>
                  <a:lnTo>
                    <a:pt x="203200" y="406400"/>
                  </a:lnTo>
                  <a:cubicBezTo>
                    <a:pt x="90976" y="406400"/>
                    <a:pt x="0" y="315424"/>
                    <a:pt x="0" y="203200"/>
                  </a:cubicBezTo>
                  <a:cubicBezTo>
                    <a:pt x="0" y="90976"/>
                    <a:pt x="90976" y="0"/>
                    <a:pt x="203200" y="0"/>
                  </a:cubicBezTo>
                  <a:close/>
                </a:path>
              </a:pathLst>
            </a:custGeom>
            <a:ln w="76200" cap="sq">
              <a:solidFill>
                <a:srgbClr val="000000"/>
              </a:solidFill>
              <a:prstDash val="solid"/>
              <a:miter/>
            </a:ln>
          </p:spPr>
        </p:sp>
        <p:sp>
          <p:nvSpPr>
            <p:cNvPr name="TextBox 8" id="8"/>
            <p:cNvSpPr txBox="true"/>
            <p:nvPr/>
          </p:nvSpPr>
          <p:spPr>
            <a:xfrm>
              <a:off x="0" y="-38100"/>
              <a:ext cx="1603955" cy="444500"/>
            </a:xfrm>
            <a:prstGeom prst="rect">
              <a:avLst/>
            </a:prstGeom>
          </p:spPr>
          <p:txBody>
            <a:bodyPr anchor="ctr" rtlCol="false" tIns="50800" lIns="50800" bIns="50800" rIns="50800"/>
            <a:lstStyle/>
            <a:p>
              <a:pPr algn="ctr">
                <a:lnSpc>
                  <a:spcPts val="2889"/>
                </a:lnSpc>
              </a:pPr>
            </a:p>
          </p:txBody>
        </p:sp>
      </p:grpSp>
      <p:sp>
        <p:nvSpPr>
          <p:cNvPr name="TextBox 9" id="9"/>
          <p:cNvSpPr txBox="true"/>
          <p:nvPr/>
        </p:nvSpPr>
        <p:spPr>
          <a:xfrm rot="0">
            <a:off x="7119919" y="4251331"/>
            <a:ext cx="3382856" cy="737585"/>
          </a:xfrm>
          <a:prstGeom prst="rect">
            <a:avLst/>
          </a:prstGeom>
        </p:spPr>
        <p:txBody>
          <a:bodyPr anchor="t" rtlCol="false" tIns="0" lIns="0" bIns="0" rIns="0">
            <a:spAutoFit/>
          </a:bodyPr>
          <a:lstStyle/>
          <a:p>
            <a:pPr algn="l">
              <a:lnSpc>
                <a:spcPts val="6024"/>
              </a:lnSpc>
            </a:pPr>
            <a:r>
              <a:rPr lang="en-US" sz="4302" b="true">
                <a:solidFill>
                  <a:srgbClr val="000000"/>
                </a:solidFill>
                <a:latin typeface="Helvetica Now Display Bold"/>
                <a:ea typeface="Helvetica Now Display Bold"/>
                <a:cs typeface="Helvetica Now Display Bold"/>
                <a:sym typeface="Helvetica Now Display Bold"/>
              </a:rPr>
              <a:t>Let’s Begin!</a:t>
            </a:r>
          </a:p>
        </p:txBody>
      </p:sp>
      <p:sp>
        <p:nvSpPr>
          <p:cNvPr name="Freeform 10" id="10"/>
          <p:cNvSpPr/>
          <p:nvPr/>
        </p:nvSpPr>
        <p:spPr>
          <a:xfrm flipH="false" flipV="false" rot="0">
            <a:off x="10502775" y="4202906"/>
            <a:ext cx="977310" cy="977310"/>
          </a:xfrm>
          <a:custGeom>
            <a:avLst/>
            <a:gdLst/>
            <a:ahLst/>
            <a:cxnLst/>
            <a:rect r="r" b="b" t="t" l="l"/>
            <a:pathLst>
              <a:path h="977310" w="977310">
                <a:moveTo>
                  <a:pt x="0" y="0"/>
                </a:moveTo>
                <a:lnTo>
                  <a:pt x="977309" y="0"/>
                </a:lnTo>
                <a:lnTo>
                  <a:pt x="977309" y="977309"/>
                </a:lnTo>
                <a:lnTo>
                  <a:pt x="0" y="9773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false" rot="961767">
            <a:off x="4841410" y="5330519"/>
            <a:ext cx="8605180" cy="4711336"/>
          </a:xfrm>
          <a:custGeom>
            <a:avLst/>
            <a:gdLst/>
            <a:ahLst/>
            <a:cxnLst/>
            <a:rect r="r" b="b" t="t" l="l"/>
            <a:pathLst>
              <a:path h="4711336" w="8605180">
                <a:moveTo>
                  <a:pt x="8605180" y="0"/>
                </a:moveTo>
                <a:lnTo>
                  <a:pt x="0" y="0"/>
                </a:lnTo>
                <a:lnTo>
                  <a:pt x="0" y="4711336"/>
                </a:lnTo>
                <a:lnTo>
                  <a:pt x="8605180" y="4711336"/>
                </a:lnTo>
                <a:lnTo>
                  <a:pt x="8605180" y="0"/>
                </a:lnTo>
                <a:close/>
              </a:path>
            </a:pathLst>
          </a:custGeom>
          <a:blipFill>
            <a:blip r:embed="rId10"/>
            <a:stretch>
              <a:fillRect l="0" t="0" r="0" b="0"/>
            </a:stretch>
          </a:blipFill>
        </p:spPr>
      </p:sp>
      <p:sp>
        <p:nvSpPr>
          <p:cNvPr name="TextBox 12" id="12"/>
          <p:cNvSpPr txBox="true"/>
          <p:nvPr/>
        </p:nvSpPr>
        <p:spPr>
          <a:xfrm rot="0">
            <a:off x="2560826" y="1333500"/>
            <a:ext cx="13166349" cy="2437158"/>
          </a:xfrm>
          <a:prstGeom prst="rect">
            <a:avLst/>
          </a:prstGeom>
        </p:spPr>
        <p:txBody>
          <a:bodyPr anchor="t" rtlCol="false" tIns="0" lIns="0" bIns="0" rIns="0">
            <a:spAutoFit/>
          </a:bodyPr>
          <a:lstStyle/>
          <a:p>
            <a:pPr algn="ctr">
              <a:lnSpc>
                <a:spcPts val="9284"/>
              </a:lnSpc>
            </a:pPr>
            <a:r>
              <a:rPr lang="en-US" sz="10315" b="true">
                <a:solidFill>
                  <a:srgbClr val="000000"/>
                </a:solidFill>
                <a:latin typeface="Helvetica Now Display Heavy"/>
                <a:ea typeface="Helvetica Now Display Heavy"/>
                <a:cs typeface="Helvetica Now Display Heavy"/>
                <a:sym typeface="Helvetica Now Display Heavy"/>
              </a:rPr>
              <a:t>Get those creative</a:t>
            </a:r>
          </a:p>
          <a:p>
            <a:pPr algn="ctr">
              <a:lnSpc>
                <a:spcPts val="9284"/>
              </a:lnSpc>
            </a:pPr>
            <a:r>
              <a:rPr lang="en-US" sz="10315" b="true">
                <a:solidFill>
                  <a:srgbClr val="000000"/>
                </a:solidFill>
                <a:latin typeface="Helvetica Now Display Heavy"/>
                <a:ea typeface="Helvetica Now Display Heavy"/>
                <a:cs typeface="Helvetica Now Display Heavy"/>
                <a:sym typeface="Helvetica Now Display Heavy"/>
              </a:rPr>
              <a:t>juices flowing!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4426438">
            <a:off x="12164944" y="-3146351"/>
            <a:ext cx="11640107" cy="11640107"/>
          </a:xfrm>
          <a:custGeom>
            <a:avLst/>
            <a:gdLst/>
            <a:ahLst/>
            <a:cxnLst/>
            <a:rect r="r" b="b" t="t" l="l"/>
            <a:pathLst>
              <a:path h="11640107" w="11640107">
                <a:moveTo>
                  <a:pt x="0" y="0"/>
                </a:moveTo>
                <a:lnTo>
                  <a:pt x="11640107" y="0"/>
                </a:lnTo>
                <a:lnTo>
                  <a:pt x="11640107" y="11640107"/>
                </a:lnTo>
                <a:lnTo>
                  <a:pt x="0" y="11640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450434" y="1028700"/>
            <a:ext cx="7808866" cy="10383258"/>
            <a:chOff x="0" y="0"/>
            <a:chExt cx="2056656" cy="2734685"/>
          </a:xfrm>
        </p:grpSpPr>
        <p:sp>
          <p:nvSpPr>
            <p:cNvPr name="Freeform 4" id="4"/>
            <p:cNvSpPr/>
            <p:nvPr/>
          </p:nvSpPr>
          <p:spPr>
            <a:xfrm flipH="false" flipV="false" rot="0">
              <a:off x="0" y="0"/>
              <a:ext cx="2056656" cy="2734685"/>
            </a:xfrm>
            <a:custGeom>
              <a:avLst/>
              <a:gdLst/>
              <a:ahLst/>
              <a:cxnLst/>
              <a:rect r="r" b="b" t="t" l="l"/>
              <a:pathLst>
                <a:path h="2734685" w="2056656">
                  <a:moveTo>
                    <a:pt x="99143" y="0"/>
                  </a:moveTo>
                  <a:lnTo>
                    <a:pt x="1957513" y="0"/>
                  </a:lnTo>
                  <a:cubicBezTo>
                    <a:pt x="2012268" y="0"/>
                    <a:pt x="2056656" y="44388"/>
                    <a:pt x="2056656" y="99143"/>
                  </a:cubicBezTo>
                  <a:lnTo>
                    <a:pt x="2056656" y="2635542"/>
                  </a:lnTo>
                  <a:cubicBezTo>
                    <a:pt x="2056656" y="2690298"/>
                    <a:pt x="2012268" y="2734685"/>
                    <a:pt x="1957513" y="2734685"/>
                  </a:cubicBezTo>
                  <a:lnTo>
                    <a:pt x="99143" y="2734685"/>
                  </a:lnTo>
                  <a:cubicBezTo>
                    <a:pt x="44388" y="2734685"/>
                    <a:pt x="0" y="2690298"/>
                    <a:pt x="0" y="2635542"/>
                  </a:cubicBezTo>
                  <a:lnTo>
                    <a:pt x="0" y="99143"/>
                  </a:lnTo>
                  <a:cubicBezTo>
                    <a:pt x="0" y="44388"/>
                    <a:pt x="44388" y="0"/>
                    <a:pt x="99143" y="0"/>
                  </a:cubicBezTo>
                  <a:close/>
                </a:path>
              </a:pathLst>
            </a:custGeom>
            <a:solidFill>
              <a:srgbClr val="FFFDF8"/>
            </a:solidFill>
            <a:ln w="38100" cap="rnd">
              <a:solidFill>
                <a:srgbClr val="F8C238"/>
              </a:solidFill>
              <a:prstDash val="solid"/>
              <a:round/>
            </a:ln>
          </p:spPr>
        </p:sp>
        <p:sp>
          <p:nvSpPr>
            <p:cNvPr name="TextBox 5" id="5"/>
            <p:cNvSpPr txBox="true"/>
            <p:nvPr/>
          </p:nvSpPr>
          <p:spPr>
            <a:xfrm>
              <a:off x="0" y="-38100"/>
              <a:ext cx="2056656" cy="2772785"/>
            </a:xfrm>
            <a:prstGeom prst="rect">
              <a:avLst/>
            </a:prstGeom>
          </p:spPr>
          <p:txBody>
            <a:bodyPr anchor="ctr" rtlCol="false" tIns="50800" lIns="50800" bIns="50800" rIns="50800"/>
            <a:lstStyle/>
            <a:p>
              <a:pPr algn="ctr">
                <a:lnSpc>
                  <a:spcPts val="2889"/>
                </a:lnSpc>
              </a:pPr>
            </a:p>
          </p:txBody>
        </p:sp>
      </p:grpSp>
      <p:sp>
        <p:nvSpPr>
          <p:cNvPr name="Freeform 6" id="6"/>
          <p:cNvSpPr/>
          <p:nvPr/>
        </p:nvSpPr>
        <p:spPr>
          <a:xfrm flipH="false" flipV="false" rot="0">
            <a:off x="9958798" y="1829038"/>
            <a:ext cx="947294" cy="947294"/>
          </a:xfrm>
          <a:custGeom>
            <a:avLst/>
            <a:gdLst/>
            <a:ahLst/>
            <a:cxnLst/>
            <a:rect r="r" b="b" t="t" l="l"/>
            <a:pathLst>
              <a:path h="947294" w="947294">
                <a:moveTo>
                  <a:pt x="0" y="0"/>
                </a:moveTo>
                <a:lnTo>
                  <a:pt x="947295" y="0"/>
                </a:lnTo>
                <a:lnTo>
                  <a:pt x="947295" y="947294"/>
                </a:lnTo>
                <a:lnTo>
                  <a:pt x="0" y="9472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958798" y="5200577"/>
            <a:ext cx="947294" cy="947294"/>
          </a:xfrm>
          <a:custGeom>
            <a:avLst/>
            <a:gdLst/>
            <a:ahLst/>
            <a:cxnLst/>
            <a:rect r="r" b="b" t="t" l="l"/>
            <a:pathLst>
              <a:path h="947294" w="947294">
                <a:moveTo>
                  <a:pt x="0" y="0"/>
                </a:moveTo>
                <a:lnTo>
                  <a:pt x="947295" y="0"/>
                </a:lnTo>
                <a:lnTo>
                  <a:pt x="947295" y="947294"/>
                </a:lnTo>
                <a:lnTo>
                  <a:pt x="0" y="9472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958798" y="7399840"/>
            <a:ext cx="947294" cy="947294"/>
          </a:xfrm>
          <a:custGeom>
            <a:avLst/>
            <a:gdLst/>
            <a:ahLst/>
            <a:cxnLst/>
            <a:rect r="r" b="b" t="t" l="l"/>
            <a:pathLst>
              <a:path h="947294" w="947294">
                <a:moveTo>
                  <a:pt x="0" y="0"/>
                </a:moveTo>
                <a:lnTo>
                  <a:pt x="947295" y="0"/>
                </a:lnTo>
                <a:lnTo>
                  <a:pt x="947295" y="947294"/>
                </a:lnTo>
                <a:lnTo>
                  <a:pt x="0" y="9472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2432730" y="8358971"/>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3389521" y="8358971"/>
            <a:ext cx="1458762" cy="855199"/>
          </a:xfrm>
          <a:custGeom>
            <a:avLst/>
            <a:gdLst/>
            <a:ahLst/>
            <a:cxnLst/>
            <a:rect r="r" b="b" t="t" l="l"/>
            <a:pathLst>
              <a:path h="855199" w="1458762">
                <a:moveTo>
                  <a:pt x="0" y="0"/>
                </a:moveTo>
                <a:lnTo>
                  <a:pt x="1458762" y="0"/>
                </a:lnTo>
                <a:lnTo>
                  <a:pt x="1458762" y="855200"/>
                </a:lnTo>
                <a:lnTo>
                  <a:pt x="0" y="8552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1178323" y="2996404"/>
            <a:ext cx="1574917" cy="1640538"/>
          </a:xfrm>
          <a:custGeom>
            <a:avLst/>
            <a:gdLst/>
            <a:ahLst/>
            <a:cxnLst/>
            <a:rect r="r" b="b" t="t" l="l"/>
            <a:pathLst>
              <a:path h="1640538" w="1574917">
                <a:moveTo>
                  <a:pt x="0" y="0"/>
                </a:moveTo>
                <a:lnTo>
                  <a:pt x="1574917" y="0"/>
                </a:lnTo>
                <a:lnTo>
                  <a:pt x="1574917" y="1640539"/>
                </a:lnTo>
                <a:lnTo>
                  <a:pt x="0" y="1640539"/>
                </a:lnTo>
                <a:lnTo>
                  <a:pt x="0" y="0"/>
                </a:lnTo>
                <a:close/>
              </a:path>
            </a:pathLst>
          </a:custGeom>
          <a:blipFill>
            <a:blip r:embed="rId14"/>
            <a:stretch>
              <a:fillRect l="0" t="0" r="0" b="0"/>
            </a:stretch>
          </a:blipFill>
        </p:spPr>
      </p:sp>
      <p:sp>
        <p:nvSpPr>
          <p:cNvPr name="Freeform 12" id="12"/>
          <p:cNvSpPr/>
          <p:nvPr/>
        </p:nvSpPr>
        <p:spPr>
          <a:xfrm flipH="false" flipV="false" rot="0">
            <a:off x="13007632" y="2996404"/>
            <a:ext cx="1554410" cy="1640538"/>
          </a:xfrm>
          <a:custGeom>
            <a:avLst/>
            <a:gdLst/>
            <a:ahLst/>
            <a:cxnLst/>
            <a:rect r="r" b="b" t="t" l="l"/>
            <a:pathLst>
              <a:path h="1640538" w="1554410">
                <a:moveTo>
                  <a:pt x="0" y="0"/>
                </a:moveTo>
                <a:lnTo>
                  <a:pt x="1554410" y="0"/>
                </a:lnTo>
                <a:lnTo>
                  <a:pt x="1554410" y="1640539"/>
                </a:lnTo>
                <a:lnTo>
                  <a:pt x="0" y="1640539"/>
                </a:lnTo>
                <a:lnTo>
                  <a:pt x="0" y="0"/>
                </a:lnTo>
                <a:close/>
              </a:path>
            </a:pathLst>
          </a:custGeom>
          <a:blipFill>
            <a:blip r:embed="rId15"/>
            <a:stretch>
              <a:fillRect l="0" t="0" r="0" b="0"/>
            </a:stretch>
          </a:blipFill>
        </p:spPr>
      </p:sp>
      <p:sp>
        <p:nvSpPr>
          <p:cNvPr name="Freeform 13" id="13"/>
          <p:cNvSpPr/>
          <p:nvPr/>
        </p:nvSpPr>
        <p:spPr>
          <a:xfrm flipH="false" flipV="false" rot="0">
            <a:off x="6137342" y="5269192"/>
            <a:ext cx="2741592" cy="2638782"/>
          </a:xfrm>
          <a:custGeom>
            <a:avLst/>
            <a:gdLst/>
            <a:ahLst/>
            <a:cxnLst/>
            <a:rect r="r" b="b" t="t" l="l"/>
            <a:pathLst>
              <a:path h="2638782" w="2741592">
                <a:moveTo>
                  <a:pt x="0" y="0"/>
                </a:moveTo>
                <a:lnTo>
                  <a:pt x="2741592" y="0"/>
                </a:lnTo>
                <a:lnTo>
                  <a:pt x="2741592" y="2638782"/>
                </a:lnTo>
                <a:lnTo>
                  <a:pt x="0" y="263878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true" flipV="false" rot="0">
            <a:off x="1018345" y="5210175"/>
            <a:ext cx="4776097" cy="10979533"/>
          </a:xfrm>
          <a:custGeom>
            <a:avLst/>
            <a:gdLst/>
            <a:ahLst/>
            <a:cxnLst/>
            <a:rect r="r" b="b" t="t" l="l"/>
            <a:pathLst>
              <a:path h="10979533" w="4776097">
                <a:moveTo>
                  <a:pt x="4776097" y="0"/>
                </a:moveTo>
                <a:lnTo>
                  <a:pt x="0" y="0"/>
                </a:lnTo>
                <a:lnTo>
                  <a:pt x="0" y="10979533"/>
                </a:lnTo>
                <a:lnTo>
                  <a:pt x="4776097" y="10979533"/>
                </a:lnTo>
                <a:lnTo>
                  <a:pt x="4776097" y="0"/>
                </a:lnTo>
                <a:close/>
              </a:path>
            </a:pathLst>
          </a:custGeom>
          <a:blipFill>
            <a:blip r:embed="rId18"/>
            <a:stretch>
              <a:fillRect l="0" t="0" r="0" b="0"/>
            </a:stretch>
          </a:blipFill>
        </p:spPr>
      </p:sp>
      <p:sp>
        <p:nvSpPr>
          <p:cNvPr name="Freeform 15" id="15"/>
          <p:cNvSpPr/>
          <p:nvPr/>
        </p:nvSpPr>
        <p:spPr>
          <a:xfrm flipH="false" flipV="false" rot="0">
            <a:off x="7170561" y="9258300"/>
            <a:ext cx="3798913" cy="3798913"/>
          </a:xfrm>
          <a:custGeom>
            <a:avLst/>
            <a:gdLst/>
            <a:ahLst/>
            <a:cxnLst/>
            <a:rect r="r" b="b" t="t" l="l"/>
            <a:pathLst>
              <a:path h="3798913" w="3798913">
                <a:moveTo>
                  <a:pt x="0" y="0"/>
                </a:moveTo>
                <a:lnTo>
                  <a:pt x="3798913" y="0"/>
                </a:lnTo>
                <a:lnTo>
                  <a:pt x="3798913" y="3798913"/>
                </a:lnTo>
                <a:lnTo>
                  <a:pt x="0" y="379891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6" id="16"/>
          <p:cNvSpPr/>
          <p:nvPr/>
        </p:nvSpPr>
        <p:spPr>
          <a:xfrm flipH="false" flipV="false" rot="0">
            <a:off x="7508138" y="730333"/>
            <a:ext cx="765628" cy="765628"/>
          </a:xfrm>
          <a:custGeom>
            <a:avLst/>
            <a:gdLst/>
            <a:ahLst/>
            <a:cxnLst/>
            <a:rect r="r" b="b" t="t" l="l"/>
            <a:pathLst>
              <a:path h="765628" w="765628">
                <a:moveTo>
                  <a:pt x="0" y="0"/>
                </a:moveTo>
                <a:lnTo>
                  <a:pt x="765629" y="0"/>
                </a:lnTo>
                <a:lnTo>
                  <a:pt x="765629" y="765628"/>
                </a:lnTo>
                <a:lnTo>
                  <a:pt x="0" y="76562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17" id="17"/>
          <p:cNvGrpSpPr/>
          <p:nvPr/>
        </p:nvGrpSpPr>
        <p:grpSpPr>
          <a:xfrm rot="0">
            <a:off x="11251075" y="6286312"/>
            <a:ext cx="616912" cy="587994"/>
            <a:chOff x="0" y="0"/>
            <a:chExt cx="812800" cy="774700"/>
          </a:xfrm>
        </p:grpSpPr>
        <p:sp>
          <p:nvSpPr>
            <p:cNvPr name="Freeform 18" id="18"/>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8C238"/>
            </a:solidFill>
          </p:spPr>
        </p:sp>
        <p:sp>
          <p:nvSpPr>
            <p:cNvPr name="TextBox 19" id="19"/>
            <p:cNvSpPr txBox="true"/>
            <p:nvPr/>
          </p:nvSpPr>
          <p:spPr>
            <a:xfrm>
              <a:off x="228600" y="228600"/>
              <a:ext cx="355600" cy="381000"/>
            </a:xfrm>
            <a:prstGeom prst="rect">
              <a:avLst/>
            </a:prstGeom>
          </p:spPr>
          <p:txBody>
            <a:bodyPr anchor="ctr" rtlCol="false" tIns="50800" lIns="50800" bIns="50800" rIns="50800"/>
            <a:lstStyle/>
            <a:p>
              <a:pPr algn="ctr">
                <a:lnSpc>
                  <a:spcPts val="2889"/>
                </a:lnSpc>
              </a:pPr>
            </a:p>
          </p:txBody>
        </p:sp>
      </p:grpSp>
      <p:grpSp>
        <p:nvGrpSpPr>
          <p:cNvPr name="Group 20" id="20"/>
          <p:cNvGrpSpPr/>
          <p:nvPr/>
        </p:nvGrpSpPr>
        <p:grpSpPr>
          <a:xfrm rot="0">
            <a:off x="11965782" y="6286312"/>
            <a:ext cx="616912" cy="587994"/>
            <a:chOff x="0" y="0"/>
            <a:chExt cx="812800" cy="774700"/>
          </a:xfrm>
        </p:grpSpPr>
        <p:sp>
          <p:nvSpPr>
            <p:cNvPr name="Freeform 21" id="21"/>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8C238"/>
            </a:solidFill>
          </p:spPr>
        </p:sp>
        <p:sp>
          <p:nvSpPr>
            <p:cNvPr name="TextBox 22" id="22"/>
            <p:cNvSpPr txBox="true"/>
            <p:nvPr/>
          </p:nvSpPr>
          <p:spPr>
            <a:xfrm>
              <a:off x="228600" y="228600"/>
              <a:ext cx="355600" cy="381000"/>
            </a:xfrm>
            <a:prstGeom prst="rect">
              <a:avLst/>
            </a:prstGeom>
          </p:spPr>
          <p:txBody>
            <a:bodyPr anchor="ctr" rtlCol="false" tIns="50800" lIns="50800" bIns="50800" rIns="50800"/>
            <a:lstStyle/>
            <a:p>
              <a:pPr algn="ctr">
                <a:lnSpc>
                  <a:spcPts val="2889"/>
                </a:lnSpc>
              </a:pPr>
            </a:p>
          </p:txBody>
        </p:sp>
      </p:grpSp>
      <p:grpSp>
        <p:nvGrpSpPr>
          <p:cNvPr name="Group 23" id="23"/>
          <p:cNvGrpSpPr/>
          <p:nvPr/>
        </p:nvGrpSpPr>
        <p:grpSpPr>
          <a:xfrm rot="0">
            <a:off x="12677943" y="6286312"/>
            <a:ext cx="616912" cy="587994"/>
            <a:chOff x="0" y="0"/>
            <a:chExt cx="812800" cy="774700"/>
          </a:xfrm>
        </p:grpSpPr>
        <p:sp>
          <p:nvSpPr>
            <p:cNvPr name="Freeform 24" id="24"/>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8C238"/>
            </a:solidFill>
          </p:spPr>
        </p:sp>
        <p:sp>
          <p:nvSpPr>
            <p:cNvPr name="TextBox 25" id="25"/>
            <p:cNvSpPr txBox="true"/>
            <p:nvPr/>
          </p:nvSpPr>
          <p:spPr>
            <a:xfrm>
              <a:off x="228600" y="228600"/>
              <a:ext cx="355600" cy="381000"/>
            </a:xfrm>
            <a:prstGeom prst="rect">
              <a:avLst/>
            </a:prstGeom>
          </p:spPr>
          <p:txBody>
            <a:bodyPr anchor="ctr" rtlCol="false" tIns="50800" lIns="50800" bIns="50800" rIns="50800"/>
            <a:lstStyle/>
            <a:p>
              <a:pPr algn="ctr">
                <a:lnSpc>
                  <a:spcPts val="2889"/>
                </a:lnSpc>
              </a:pPr>
            </a:p>
          </p:txBody>
        </p:sp>
      </p:grpSp>
      <p:sp>
        <p:nvSpPr>
          <p:cNvPr name="Freeform 26" id="26"/>
          <p:cNvSpPr/>
          <p:nvPr/>
        </p:nvSpPr>
        <p:spPr>
          <a:xfrm flipH="false" flipV="false" rot="0">
            <a:off x="11265125" y="8368496"/>
            <a:ext cx="836556" cy="845674"/>
          </a:xfrm>
          <a:custGeom>
            <a:avLst/>
            <a:gdLst/>
            <a:ahLst/>
            <a:cxnLst/>
            <a:rect r="r" b="b" t="t" l="l"/>
            <a:pathLst>
              <a:path h="845674" w="836556">
                <a:moveTo>
                  <a:pt x="0" y="0"/>
                </a:moveTo>
                <a:lnTo>
                  <a:pt x="836556" y="0"/>
                </a:lnTo>
                <a:lnTo>
                  <a:pt x="836556" y="845675"/>
                </a:lnTo>
                <a:lnTo>
                  <a:pt x="0" y="84567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27" id="27"/>
          <p:cNvSpPr txBox="true"/>
          <p:nvPr/>
        </p:nvSpPr>
        <p:spPr>
          <a:xfrm rot="0">
            <a:off x="1028700" y="1181100"/>
            <a:ext cx="5995557" cy="2038081"/>
          </a:xfrm>
          <a:prstGeom prst="rect">
            <a:avLst/>
          </a:prstGeom>
        </p:spPr>
        <p:txBody>
          <a:bodyPr anchor="t" rtlCol="false" tIns="0" lIns="0" bIns="0" rIns="0">
            <a:spAutoFit/>
          </a:bodyPr>
          <a:lstStyle/>
          <a:p>
            <a:pPr algn="l">
              <a:lnSpc>
                <a:spcPts val="7696"/>
              </a:lnSpc>
            </a:pPr>
            <a:r>
              <a:rPr lang="en-US" sz="8551" b="true">
                <a:solidFill>
                  <a:srgbClr val="000000"/>
                </a:solidFill>
                <a:latin typeface="Helvetica Now Display Heavy"/>
                <a:ea typeface="Helvetica Now Display Heavy"/>
                <a:cs typeface="Helvetica Now Display Heavy"/>
                <a:sym typeface="Helvetica Now Display Heavy"/>
              </a:rPr>
              <a:t>Digital</a:t>
            </a:r>
          </a:p>
          <a:p>
            <a:pPr algn="l">
              <a:lnSpc>
                <a:spcPts val="7696"/>
              </a:lnSpc>
            </a:pPr>
            <a:r>
              <a:rPr lang="en-US" sz="8551" b="true">
                <a:solidFill>
                  <a:srgbClr val="000000"/>
                </a:solidFill>
                <a:latin typeface="Helvetica Now Display Heavy"/>
                <a:ea typeface="Helvetica Now Display Heavy"/>
                <a:cs typeface="Helvetica Now Display Heavy"/>
                <a:sym typeface="Helvetica Now Display Heavy"/>
              </a:rPr>
              <a:t>Brainstorm</a:t>
            </a:r>
          </a:p>
        </p:txBody>
      </p:sp>
      <p:sp>
        <p:nvSpPr>
          <p:cNvPr name="TextBox 28" id="28"/>
          <p:cNvSpPr txBox="true"/>
          <p:nvPr/>
        </p:nvSpPr>
        <p:spPr>
          <a:xfrm rot="0">
            <a:off x="1028700" y="3374766"/>
            <a:ext cx="7107863" cy="1523409"/>
          </a:xfrm>
          <a:prstGeom prst="rect">
            <a:avLst/>
          </a:prstGeom>
        </p:spPr>
        <p:txBody>
          <a:bodyPr anchor="t" rtlCol="false" tIns="0" lIns="0" bIns="0" rIns="0">
            <a:spAutoFit/>
          </a:bodyPr>
          <a:lstStyle/>
          <a:p>
            <a:pPr algn="l">
              <a:lnSpc>
                <a:spcPts val="3019"/>
              </a:lnSpc>
            </a:pPr>
            <a:r>
              <a:rPr lang="en-US" sz="2156">
                <a:solidFill>
                  <a:srgbClr val="000000"/>
                </a:solidFill>
                <a:latin typeface="Helvetica Now Display"/>
                <a:ea typeface="Helvetica Now Display"/>
                <a:cs typeface="Helvetica Now Display"/>
                <a:sym typeface="Helvetica Now Display"/>
              </a:rPr>
              <a:t>Starting on a new project begins with a curation of ideas. This digital brainstorm session will allow us to lay down and organize all our thoughts, ideas, and inspiration. Next, we will vote on ideas that are promising and add comments.</a:t>
            </a:r>
          </a:p>
        </p:txBody>
      </p:sp>
      <p:sp>
        <p:nvSpPr>
          <p:cNvPr name="TextBox 29" id="29"/>
          <p:cNvSpPr txBox="true"/>
          <p:nvPr/>
        </p:nvSpPr>
        <p:spPr>
          <a:xfrm rot="0">
            <a:off x="11178323" y="1893568"/>
            <a:ext cx="5371188" cy="780134"/>
          </a:xfrm>
          <a:prstGeom prst="rect">
            <a:avLst/>
          </a:prstGeom>
        </p:spPr>
        <p:txBody>
          <a:bodyPr anchor="t" rtlCol="false" tIns="0" lIns="0" bIns="0" rIns="0">
            <a:spAutoFit/>
          </a:bodyPr>
          <a:lstStyle/>
          <a:p>
            <a:pPr algn="l">
              <a:lnSpc>
                <a:spcPts val="3163"/>
              </a:lnSpc>
            </a:pPr>
            <a:r>
              <a:rPr lang="en-US" sz="2259" b="true">
                <a:solidFill>
                  <a:srgbClr val="000000"/>
                </a:solidFill>
                <a:latin typeface="Helvetica Now Display Bold"/>
                <a:ea typeface="Helvetica Now Display Bold"/>
                <a:cs typeface="Helvetica Now Display Bold"/>
                <a:sym typeface="Helvetica Now Display Bold"/>
              </a:rPr>
              <a:t>Copy a sticky note, then we'll write our thoughts, ideas, and inspiration.</a:t>
            </a:r>
          </a:p>
        </p:txBody>
      </p:sp>
      <p:sp>
        <p:nvSpPr>
          <p:cNvPr name="TextBox 30" id="30"/>
          <p:cNvSpPr txBox="true"/>
          <p:nvPr/>
        </p:nvSpPr>
        <p:spPr>
          <a:xfrm rot="0">
            <a:off x="11178323" y="5319787"/>
            <a:ext cx="4454686" cy="780134"/>
          </a:xfrm>
          <a:prstGeom prst="rect">
            <a:avLst/>
          </a:prstGeom>
        </p:spPr>
        <p:txBody>
          <a:bodyPr anchor="t" rtlCol="false" tIns="0" lIns="0" bIns="0" rIns="0">
            <a:spAutoFit/>
          </a:bodyPr>
          <a:lstStyle/>
          <a:p>
            <a:pPr algn="l">
              <a:lnSpc>
                <a:spcPts val="3163"/>
              </a:lnSpc>
            </a:pPr>
            <a:r>
              <a:rPr lang="en-US" sz="2259" spc="-22" b="true">
                <a:solidFill>
                  <a:srgbClr val="000000"/>
                </a:solidFill>
                <a:latin typeface="Helvetica Now Display Bold"/>
                <a:ea typeface="Helvetica Now Display Bold"/>
                <a:cs typeface="Helvetica Now Display Bold"/>
                <a:sym typeface="Helvetica Now Display Bold"/>
              </a:rPr>
              <a:t>Use the stars to vote which ones we like</a:t>
            </a:r>
            <a:r>
              <a:rPr lang="en-US" sz="2259" spc="-22" b="true">
                <a:solidFill>
                  <a:srgbClr val="000000"/>
                </a:solidFill>
                <a:latin typeface="Helvetica Now Display Bold"/>
                <a:ea typeface="Helvetica Now Display Bold"/>
                <a:cs typeface="Helvetica Now Display Bold"/>
                <a:sym typeface="Helvetica Now Display Bold"/>
              </a:rPr>
              <a:t> to pursue.</a:t>
            </a:r>
          </a:p>
        </p:txBody>
      </p:sp>
      <p:sp>
        <p:nvSpPr>
          <p:cNvPr name="TextBox 31" id="31"/>
          <p:cNvSpPr txBox="true"/>
          <p:nvPr/>
        </p:nvSpPr>
        <p:spPr>
          <a:xfrm rot="0">
            <a:off x="11162573" y="7664227"/>
            <a:ext cx="5780201" cy="380419"/>
          </a:xfrm>
          <a:prstGeom prst="rect">
            <a:avLst/>
          </a:prstGeom>
        </p:spPr>
        <p:txBody>
          <a:bodyPr anchor="t" rtlCol="false" tIns="0" lIns="0" bIns="0" rIns="0">
            <a:spAutoFit/>
          </a:bodyPr>
          <a:lstStyle/>
          <a:p>
            <a:pPr algn="l">
              <a:lnSpc>
                <a:spcPts val="3163"/>
              </a:lnSpc>
            </a:pPr>
            <a:r>
              <a:rPr lang="en-US" sz="2259" b="true">
                <a:solidFill>
                  <a:srgbClr val="000000"/>
                </a:solidFill>
                <a:latin typeface="Helvetica Now Display Bold"/>
                <a:ea typeface="Helvetica Now Display Bold"/>
                <a:cs typeface="Helvetica Now Display Bold"/>
                <a:sym typeface="Helvetica Now Display Bold"/>
              </a:rPr>
              <a:t>Circle or comment on any promising ideas.</a:t>
            </a:r>
          </a:p>
        </p:txBody>
      </p:sp>
      <p:sp>
        <p:nvSpPr>
          <p:cNvPr name="TextBox 32" id="32"/>
          <p:cNvSpPr txBox="true"/>
          <p:nvPr/>
        </p:nvSpPr>
        <p:spPr>
          <a:xfrm rot="0">
            <a:off x="11438332" y="3588487"/>
            <a:ext cx="1094860" cy="427799"/>
          </a:xfrm>
          <a:prstGeom prst="rect">
            <a:avLst/>
          </a:prstGeom>
        </p:spPr>
        <p:txBody>
          <a:bodyPr anchor="t" rtlCol="false" tIns="0" lIns="0" bIns="0" rIns="0">
            <a:spAutoFit/>
          </a:bodyPr>
          <a:lstStyle/>
          <a:p>
            <a:pPr algn="ctr">
              <a:lnSpc>
                <a:spcPts val="1700"/>
              </a:lnSpc>
            </a:pPr>
            <a:r>
              <a:rPr lang="en-US" b="true" sz="1214" spc="-12">
                <a:solidFill>
                  <a:srgbClr val="000000"/>
                </a:solidFill>
                <a:latin typeface="Helvetica Now Display Bold"/>
                <a:ea typeface="Helvetica Now Display Bold"/>
                <a:cs typeface="Helvetica Now Display Bold"/>
                <a:sym typeface="Helvetica Now Display Bold"/>
              </a:rPr>
              <a:t>Add your</a:t>
            </a:r>
          </a:p>
          <a:p>
            <a:pPr algn="ctr">
              <a:lnSpc>
                <a:spcPts val="1700"/>
              </a:lnSpc>
            </a:pPr>
            <a:r>
              <a:rPr lang="en-US" b="true" sz="1214" spc="-12">
                <a:solidFill>
                  <a:srgbClr val="000000"/>
                </a:solidFill>
                <a:latin typeface="Helvetica Now Display Bold"/>
                <a:ea typeface="Helvetica Now Display Bold"/>
                <a:cs typeface="Helvetica Now Display Bold"/>
                <a:sym typeface="Helvetica Now Display Bold"/>
              </a:rPr>
              <a:t>idea here</a:t>
            </a:r>
          </a:p>
        </p:txBody>
      </p:sp>
      <p:sp>
        <p:nvSpPr>
          <p:cNvPr name="TextBox 33" id="33"/>
          <p:cNvSpPr txBox="true"/>
          <p:nvPr/>
        </p:nvSpPr>
        <p:spPr>
          <a:xfrm rot="0">
            <a:off x="13234164" y="3588487"/>
            <a:ext cx="1094860" cy="427799"/>
          </a:xfrm>
          <a:prstGeom prst="rect">
            <a:avLst/>
          </a:prstGeom>
        </p:spPr>
        <p:txBody>
          <a:bodyPr anchor="t" rtlCol="false" tIns="0" lIns="0" bIns="0" rIns="0">
            <a:spAutoFit/>
          </a:bodyPr>
          <a:lstStyle/>
          <a:p>
            <a:pPr algn="ctr">
              <a:lnSpc>
                <a:spcPts val="1700"/>
              </a:lnSpc>
            </a:pPr>
            <a:r>
              <a:rPr lang="en-US" b="true" sz="1214" spc="-12">
                <a:solidFill>
                  <a:srgbClr val="000000"/>
                </a:solidFill>
                <a:latin typeface="Helvetica Now Display Bold"/>
                <a:ea typeface="Helvetica Now Display Bold"/>
                <a:cs typeface="Helvetica Now Display Bold"/>
                <a:sym typeface="Helvetica Now Display Bold"/>
              </a:rPr>
              <a:t>Add your</a:t>
            </a:r>
          </a:p>
          <a:p>
            <a:pPr algn="ctr">
              <a:lnSpc>
                <a:spcPts val="1700"/>
              </a:lnSpc>
            </a:pPr>
            <a:r>
              <a:rPr lang="en-US" b="true" sz="1214" spc="-12">
                <a:solidFill>
                  <a:srgbClr val="000000"/>
                </a:solidFill>
                <a:latin typeface="Helvetica Now Display Bold"/>
                <a:ea typeface="Helvetica Now Display Bold"/>
                <a:cs typeface="Helvetica Now Display Bold"/>
                <a:sym typeface="Helvetica Now Display Bold"/>
              </a:rPr>
              <a:t>idea here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C238"/>
        </a:solidFill>
      </p:bgPr>
    </p:bg>
    <p:spTree>
      <p:nvGrpSpPr>
        <p:cNvPr id="1" name=""/>
        <p:cNvGrpSpPr/>
        <p:nvPr/>
      </p:nvGrpSpPr>
      <p:grpSpPr>
        <a:xfrm>
          <a:off x="0" y="0"/>
          <a:ext cx="0" cy="0"/>
          <a:chOff x="0" y="0"/>
          <a:chExt cx="0" cy="0"/>
        </a:xfrm>
      </p:grpSpPr>
      <p:sp>
        <p:nvSpPr>
          <p:cNvPr name="Freeform 2" id="2"/>
          <p:cNvSpPr/>
          <p:nvPr/>
        </p:nvSpPr>
        <p:spPr>
          <a:xfrm flipH="false" flipV="false" rot="5147340">
            <a:off x="-4441476" y="5134647"/>
            <a:ext cx="8376514" cy="8376514"/>
          </a:xfrm>
          <a:custGeom>
            <a:avLst/>
            <a:gdLst/>
            <a:ahLst/>
            <a:cxnLst/>
            <a:rect r="r" b="b" t="t" l="l"/>
            <a:pathLst>
              <a:path h="8376514" w="8376514">
                <a:moveTo>
                  <a:pt x="0" y="0"/>
                </a:moveTo>
                <a:lnTo>
                  <a:pt x="8376514" y="0"/>
                </a:lnTo>
                <a:lnTo>
                  <a:pt x="8376514" y="8376514"/>
                </a:lnTo>
                <a:lnTo>
                  <a:pt x="0" y="8376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124375">
            <a:off x="15295239" y="-2979430"/>
            <a:ext cx="8376514" cy="8376514"/>
          </a:xfrm>
          <a:custGeom>
            <a:avLst/>
            <a:gdLst/>
            <a:ahLst/>
            <a:cxnLst/>
            <a:rect r="r" b="b" t="t" l="l"/>
            <a:pathLst>
              <a:path h="8376514" w="8376514">
                <a:moveTo>
                  <a:pt x="0" y="0"/>
                </a:moveTo>
                <a:lnTo>
                  <a:pt x="8376514" y="0"/>
                </a:lnTo>
                <a:lnTo>
                  <a:pt x="8376514" y="8376514"/>
                </a:lnTo>
                <a:lnTo>
                  <a:pt x="0" y="8376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792910"/>
            <a:ext cx="10281973" cy="6270709"/>
            <a:chOff x="0" y="0"/>
            <a:chExt cx="2653444" cy="1618267"/>
          </a:xfrm>
        </p:grpSpPr>
        <p:sp>
          <p:nvSpPr>
            <p:cNvPr name="Freeform 5" id="5"/>
            <p:cNvSpPr/>
            <p:nvPr/>
          </p:nvSpPr>
          <p:spPr>
            <a:xfrm flipH="false" flipV="false" rot="0">
              <a:off x="0" y="0"/>
              <a:ext cx="2653444" cy="1618267"/>
            </a:xfrm>
            <a:custGeom>
              <a:avLst/>
              <a:gdLst/>
              <a:ahLst/>
              <a:cxnLst/>
              <a:rect r="r" b="b" t="t" l="l"/>
              <a:pathLst>
                <a:path h="1618267" w="2653444">
                  <a:moveTo>
                    <a:pt x="12047" y="0"/>
                  </a:moveTo>
                  <a:lnTo>
                    <a:pt x="2641397" y="0"/>
                  </a:lnTo>
                  <a:cubicBezTo>
                    <a:pt x="2644592" y="0"/>
                    <a:pt x="2647656" y="1269"/>
                    <a:pt x="2649916" y="3529"/>
                  </a:cubicBezTo>
                  <a:cubicBezTo>
                    <a:pt x="2652175" y="5788"/>
                    <a:pt x="2653444" y="8852"/>
                    <a:pt x="2653444" y="12047"/>
                  </a:cubicBezTo>
                  <a:lnTo>
                    <a:pt x="2653444" y="1606219"/>
                  </a:lnTo>
                  <a:cubicBezTo>
                    <a:pt x="2653444" y="1609415"/>
                    <a:pt x="2652175" y="1612479"/>
                    <a:pt x="2649916" y="1614738"/>
                  </a:cubicBezTo>
                  <a:cubicBezTo>
                    <a:pt x="2647656" y="1616998"/>
                    <a:pt x="2644592" y="1618267"/>
                    <a:pt x="2641397" y="1618267"/>
                  </a:cubicBezTo>
                  <a:lnTo>
                    <a:pt x="12047" y="1618267"/>
                  </a:lnTo>
                  <a:cubicBezTo>
                    <a:pt x="8852" y="1618267"/>
                    <a:pt x="5788" y="1616998"/>
                    <a:pt x="3529" y="1614738"/>
                  </a:cubicBezTo>
                  <a:cubicBezTo>
                    <a:pt x="1269" y="1612479"/>
                    <a:pt x="0" y="1609415"/>
                    <a:pt x="0" y="1606219"/>
                  </a:cubicBezTo>
                  <a:lnTo>
                    <a:pt x="0" y="12047"/>
                  </a:lnTo>
                  <a:cubicBezTo>
                    <a:pt x="0" y="8852"/>
                    <a:pt x="1269" y="5788"/>
                    <a:pt x="3529" y="3529"/>
                  </a:cubicBezTo>
                  <a:cubicBezTo>
                    <a:pt x="5788" y="1269"/>
                    <a:pt x="8852" y="0"/>
                    <a:pt x="12047" y="0"/>
                  </a:cubicBezTo>
                  <a:close/>
                </a:path>
              </a:pathLst>
            </a:custGeom>
            <a:solidFill>
              <a:srgbClr val="FFFDF8"/>
            </a:solidFill>
            <a:ln cap="sq">
              <a:noFill/>
              <a:prstDash val="solid"/>
              <a:miter/>
            </a:ln>
          </p:spPr>
        </p:sp>
        <p:sp>
          <p:nvSpPr>
            <p:cNvPr name="TextBox 6" id="6"/>
            <p:cNvSpPr txBox="true"/>
            <p:nvPr/>
          </p:nvSpPr>
          <p:spPr>
            <a:xfrm>
              <a:off x="0" y="-38100"/>
              <a:ext cx="2653444" cy="1656367"/>
            </a:xfrm>
            <a:prstGeom prst="rect">
              <a:avLst/>
            </a:prstGeom>
          </p:spPr>
          <p:txBody>
            <a:bodyPr anchor="ctr" rtlCol="false" tIns="50800" lIns="50800" bIns="50800" rIns="50800"/>
            <a:lstStyle/>
            <a:p>
              <a:pPr algn="ctr">
                <a:lnSpc>
                  <a:spcPts val="2889"/>
                </a:lnSpc>
              </a:pPr>
            </a:p>
          </p:txBody>
        </p:sp>
      </p:grpSp>
      <p:grpSp>
        <p:nvGrpSpPr>
          <p:cNvPr name="Group 7" id="7"/>
          <p:cNvGrpSpPr/>
          <p:nvPr/>
        </p:nvGrpSpPr>
        <p:grpSpPr>
          <a:xfrm rot="0">
            <a:off x="1028700" y="751883"/>
            <a:ext cx="10281973" cy="944805"/>
            <a:chOff x="0" y="0"/>
            <a:chExt cx="2653444" cy="243824"/>
          </a:xfrm>
        </p:grpSpPr>
        <p:sp>
          <p:nvSpPr>
            <p:cNvPr name="Freeform 8" id="8"/>
            <p:cNvSpPr/>
            <p:nvPr/>
          </p:nvSpPr>
          <p:spPr>
            <a:xfrm flipH="false" flipV="false" rot="0">
              <a:off x="0" y="0"/>
              <a:ext cx="2653444" cy="243824"/>
            </a:xfrm>
            <a:custGeom>
              <a:avLst/>
              <a:gdLst/>
              <a:ahLst/>
              <a:cxnLst/>
              <a:rect r="r" b="b" t="t" l="l"/>
              <a:pathLst>
                <a:path h="243824" w="2653444">
                  <a:moveTo>
                    <a:pt x="12047" y="0"/>
                  </a:moveTo>
                  <a:lnTo>
                    <a:pt x="2641397" y="0"/>
                  </a:lnTo>
                  <a:cubicBezTo>
                    <a:pt x="2644592" y="0"/>
                    <a:pt x="2647656" y="1269"/>
                    <a:pt x="2649916" y="3529"/>
                  </a:cubicBezTo>
                  <a:cubicBezTo>
                    <a:pt x="2652175" y="5788"/>
                    <a:pt x="2653444" y="8852"/>
                    <a:pt x="2653444" y="12047"/>
                  </a:cubicBezTo>
                  <a:lnTo>
                    <a:pt x="2653444" y="231776"/>
                  </a:lnTo>
                  <a:cubicBezTo>
                    <a:pt x="2653444" y="234971"/>
                    <a:pt x="2652175" y="238036"/>
                    <a:pt x="2649916" y="240295"/>
                  </a:cubicBezTo>
                  <a:cubicBezTo>
                    <a:pt x="2647656" y="242554"/>
                    <a:pt x="2644592" y="243824"/>
                    <a:pt x="2641397" y="243824"/>
                  </a:cubicBezTo>
                  <a:lnTo>
                    <a:pt x="12047" y="243824"/>
                  </a:lnTo>
                  <a:cubicBezTo>
                    <a:pt x="8852" y="243824"/>
                    <a:pt x="5788" y="242554"/>
                    <a:pt x="3529" y="240295"/>
                  </a:cubicBezTo>
                  <a:cubicBezTo>
                    <a:pt x="1269" y="238036"/>
                    <a:pt x="0" y="234971"/>
                    <a:pt x="0" y="231776"/>
                  </a:cubicBezTo>
                  <a:lnTo>
                    <a:pt x="0" y="12047"/>
                  </a:lnTo>
                  <a:cubicBezTo>
                    <a:pt x="0" y="8852"/>
                    <a:pt x="1269" y="5788"/>
                    <a:pt x="3529" y="3529"/>
                  </a:cubicBezTo>
                  <a:cubicBezTo>
                    <a:pt x="5788" y="1269"/>
                    <a:pt x="8852" y="0"/>
                    <a:pt x="12047" y="0"/>
                  </a:cubicBezTo>
                  <a:close/>
                </a:path>
              </a:pathLst>
            </a:custGeom>
            <a:solidFill>
              <a:srgbClr val="000000"/>
            </a:solidFill>
            <a:ln w="38100" cap="sq">
              <a:solidFill>
                <a:srgbClr val="F8C238"/>
              </a:solidFill>
              <a:prstDash val="solid"/>
              <a:miter/>
            </a:ln>
          </p:spPr>
        </p:sp>
        <p:sp>
          <p:nvSpPr>
            <p:cNvPr name="TextBox 9" id="9"/>
            <p:cNvSpPr txBox="true"/>
            <p:nvPr/>
          </p:nvSpPr>
          <p:spPr>
            <a:xfrm>
              <a:off x="0" y="-38100"/>
              <a:ext cx="2653444" cy="281924"/>
            </a:xfrm>
            <a:prstGeom prst="rect">
              <a:avLst/>
            </a:prstGeom>
          </p:spPr>
          <p:txBody>
            <a:bodyPr anchor="ctr" rtlCol="false" tIns="50800" lIns="50800" bIns="50800" rIns="50800"/>
            <a:lstStyle/>
            <a:p>
              <a:pPr algn="ctr">
                <a:lnSpc>
                  <a:spcPts val="2889"/>
                </a:lnSpc>
              </a:pPr>
            </a:p>
          </p:txBody>
        </p:sp>
      </p:grpSp>
      <p:grpSp>
        <p:nvGrpSpPr>
          <p:cNvPr name="Group 10" id="10"/>
          <p:cNvGrpSpPr/>
          <p:nvPr/>
        </p:nvGrpSpPr>
        <p:grpSpPr>
          <a:xfrm rot="0">
            <a:off x="1028700" y="8249738"/>
            <a:ext cx="16230600" cy="1460801"/>
            <a:chOff x="0" y="0"/>
            <a:chExt cx="4188592" cy="376985"/>
          </a:xfrm>
        </p:grpSpPr>
        <p:sp>
          <p:nvSpPr>
            <p:cNvPr name="Freeform 11" id="11"/>
            <p:cNvSpPr/>
            <p:nvPr/>
          </p:nvSpPr>
          <p:spPr>
            <a:xfrm flipH="false" flipV="false" rot="0">
              <a:off x="0" y="0"/>
              <a:ext cx="4188592" cy="376985"/>
            </a:xfrm>
            <a:custGeom>
              <a:avLst/>
              <a:gdLst/>
              <a:ahLst/>
              <a:cxnLst/>
              <a:rect r="r" b="b" t="t" l="l"/>
              <a:pathLst>
                <a:path h="376985" w="4188592">
                  <a:moveTo>
                    <a:pt x="7632" y="0"/>
                  </a:moveTo>
                  <a:lnTo>
                    <a:pt x="4180960" y="0"/>
                  </a:lnTo>
                  <a:cubicBezTo>
                    <a:pt x="4182984" y="0"/>
                    <a:pt x="4184926" y="804"/>
                    <a:pt x="4186356" y="2235"/>
                  </a:cubicBezTo>
                  <a:cubicBezTo>
                    <a:pt x="4187788" y="3667"/>
                    <a:pt x="4188592" y="5608"/>
                    <a:pt x="4188592" y="7632"/>
                  </a:cubicBezTo>
                  <a:lnTo>
                    <a:pt x="4188592" y="369353"/>
                  </a:lnTo>
                  <a:cubicBezTo>
                    <a:pt x="4188592" y="373568"/>
                    <a:pt x="4185175" y="376985"/>
                    <a:pt x="4180960" y="376985"/>
                  </a:cubicBezTo>
                  <a:lnTo>
                    <a:pt x="7632" y="376985"/>
                  </a:lnTo>
                  <a:cubicBezTo>
                    <a:pt x="3417" y="376985"/>
                    <a:pt x="0" y="373568"/>
                    <a:pt x="0" y="369353"/>
                  </a:cubicBezTo>
                  <a:lnTo>
                    <a:pt x="0" y="7632"/>
                  </a:lnTo>
                  <a:cubicBezTo>
                    <a:pt x="0" y="3417"/>
                    <a:pt x="3417" y="0"/>
                    <a:pt x="7632" y="0"/>
                  </a:cubicBezTo>
                  <a:close/>
                </a:path>
              </a:pathLst>
            </a:custGeom>
            <a:solidFill>
              <a:srgbClr val="FFFDF8"/>
            </a:solidFill>
            <a:ln cap="sq">
              <a:noFill/>
              <a:prstDash val="solid"/>
              <a:miter/>
            </a:ln>
          </p:spPr>
        </p:sp>
        <p:sp>
          <p:nvSpPr>
            <p:cNvPr name="TextBox 12" id="12"/>
            <p:cNvSpPr txBox="true"/>
            <p:nvPr/>
          </p:nvSpPr>
          <p:spPr>
            <a:xfrm>
              <a:off x="0" y="-38100"/>
              <a:ext cx="4188592" cy="415085"/>
            </a:xfrm>
            <a:prstGeom prst="rect">
              <a:avLst/>
            </a:prstGeom>
          </p:spPr>
          <p:txBody>
            <a:bodyPr anchor="ctr" rtlCol="false" tIns="50800" lIns="50800" bIns="50800" rIns="50800"/>
            <a:lstStyle/>
            <a:p>
              <a:pPr algn="ctr">
                <a:lnSpc>
                  <a:spcPts val="2889"/>
                </a:lnSpc>
              </a:pPr>
            </a:p>
          </p:txBody>
        </p:sp>
      </p:grpSp>
      <p:grpSp>
        <p:nvGrpSpPr>
          <p:cNvPr name="Group 13" id="13"/>
          <p:cNvGrpSpPr/>
          <p:nvPr/>
        </p:nvGrpSpPr>
        <p:grpSpPr>
          <a:xfrm rot="0">
            <a:off x="11510686" y="751883"/>
            <a:ext cx="5743381" cy="7311736"/>
            <a:chOff x="0" y="0"/>
            <a:chExt cx="1482181" cy="1886922"/>
          </a:xfrm>
        </p:grpSpPr>
        <p:sp>
          <p:nvSpPr>
            <p:cNvPr name="Freeform 14" id="14"/>
            <p:cNvSpPr/>
            <p:nvPr/>
          </p:nvSpPr>
          <p:spPr>
            <a:xfrm flipH="false" flipV="false" rot="0">
              <a:off x="0" y="0"/>
              <a:ext cx="1482181" cy="1886922"/>
            </a:xfrm>
            <a:custGeom>
              <a:avLst/>
              <a:gdLst/>
              <a:ahLst/>
              <a:cxnLst/>
              <a:rect r="r" b="b" t="t" l="l"/>
              <a:pathLst>
                <a:path h="1886922" w="1482181">
                  <a:moveTo>
                    <a:pt x="21568" y="0"/>
                  </a:moveTo>
                  <a:lnTo>
                    <a:pt x="1460613" y="0"/>
                  </a:lnTo>
                  <a:cubicBezTo>
                    <a:pt x="1472524" y="0"/>
                    <a:pt x="1482181" y="9656"/>
                    <a:pt x="1482181" y="21568"/>
                  </a:cubicBezTo>
                  <a:lnTo>
                    <a:pt x="1482181" y="1865355"/>
                  </a:lnTo>
                  <a:cubicBezTo>
                    <a:pt x="1482181" y="1877266"/>
                    <a:pt x="1472524" y="1886922"/>
                    <a:pt x="1460613" y="1886922"/>
                  </a:cubicBezTo>
                  <a:lnTo>
                    <a:pt x="21568" y="1886922"/>
                  </a:lnTo>
                  <a:cubicBezTo>
                    <a:pt x="9656" y="1886922"/>
                    <a:pt x="0" y="1877266"/>
                    <a:pt x="0" y="1865355"/>
                  </a:cubicBezTo>
                  <a:lnTo>
                    <a:pt x="0" y="21568"/>
                  </a:lnTo>
                  <a:cubicBezTo>
                    <a:pt x="0" y="9656"/>
                    <a:pt x="9656" y="0"/>
                    <a:pt x="21568" y="0"/>
                  </a:cubicBezTo>
                  <a:close/>
                </a:path>
              </a:pathLst>
            </a:custGeom>
            <a:solidFill>
              <a:srgbClr val="FFFDF8"/>
            </a:solidFill>
            <a:ln cap="sq">
              <a:noFill/>
              <a:prstDash val="solid"/>
              <a:miter/>
            </a:ln>
          </p:spPr>
        </p:sp>
        <p:sp>
          <p:nvSpPr>
            <p:cNvPr name="TextBox 15" id="15"/>
            <p:cNvSpPr txBox="true"/>
            <p:nvPr/>
          </p:nvSpPr>
          <p:spPr>
            <a:xfrm>
              <a:off x="0" y="-38100"/>
              <a:ext cx="1482181" cy="1925022"/>
            </a:xfrm>
            <a:prstGeom prst="rect">
              <a:avLst/>
            </a:prstGeom>
          </p:spPr>
          <p:txBody>
            <a:bodyPr anchor="ctr" rtlCol="false" tIns="50800" lIns="50800" bIns="50800" rIns="50800"/>
            <a:lstStyle/>
            <a:p>
              <a:pPr algn="ctr">
                <a:lnSpc>
                  <a:spcPts val="2889"/>
                </a:lnSpc>
              </a:pPr>
            </a:p>
          </p:txBody>
        </p:sp>
      </p:grpSp>
      <p:sp>
        <p:nvSpPr>
          <p:cNvPr name="Freeform 16" id="16"/>
          <p:cNvSpPr/>
          <p:nvPr/>
        </p:nvSpPr>
        <p:spPr>
          <a:xfrm flipH="false" flipV="false" rot="0">
            <a:off x="1215125" y="8496751"/>
            <a:ext cx="966774" cy="966774"/>
          </a:xfrm>
          <a:custGeom>
            <a:avLst/>
            <a:gdLst/>
            <a:ahLst/>
            <a:cxnLst/>
            <a:rect r="r" b="b" t="t" l="l"/>
            <a:pathLst>
              <a:path h="966774" w="966774">
                <a:moveTo>
                  <a:pt x="0" y="0"/>
                </a:moveTo>
                <a:lnTo>
                  <a:pt x="966774" y="0"/>
                </a:lnTo>
                <a:lnTo>
                  <a:pt x="966774" y="966774"/>
                </a:lnTo>
                <a:lnTo>
                  <a:pt x="0" y="966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7241496" y="8496751"/>
            <a:ext cx="966774" cy="966774"/>
          </a:xfrm>
          <a:custGeom>
            <a:avLst/>
            <a:gdLst/>
            <a:ahLst/>
            <a:cxnLst/>
            <a:rect r="r" b="b" t="t" l="l"/>
            <a:pathLst>
              <a:path h="966774" w="966774">
                <a:moveTo>
                  <a:pt x="0" y="0"/>
                </a:moveTo>
                <a:lnTo>
                  <a:pt x="966774" y="0"/>
                </a:lnTo>
                <a:lnTo>
                  <a:pt x="966774" y="966774"/>
                </a:lnTo>
                <a:lnTo>
                  <a:pt x="0" y="9667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1890158" y="8496751"/>
            <a:ext cx="966774" cy="966774"/>
          </a:xfrm>
          <a:custGeom>
            <a:avLst/>
            <a:gdLst/>
            <a:ahLst/>
            <a:cxnLst/>
            <a:rect r="r" b="b" t="t" l="l"/>
            <a:pathLst>
              <a:path h="966774" w="966774">
                <a:moveTo>
                  <a:pt x="0" y="0"/>
                </a:moveTo>
                <a:lnTo>
                  <a:pt x="966774" y="0"/>
                </a:lnTo>
                <a:lnTo>
                  <a:pt x="966774" y="966774"/>
                </a:lnTo>
                <a:lnTo>
                  <a:pt x="0" y="9667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9" id="19"/>
          <p:cNvGrpSpPr/>
          <p:nvPr/>
        </p:nvGrpSpPr>
        <p:grpSpPr>
          <a:xfrm rot="0">
            <a:off x="10376476" y="8586641"/>
            <a:ext cx="430636" cy="410450"/>
            <a:chOff x="0" y="0"/>
            <a:chExt cx="812800" cy="774700"/>
          </a:xfrm>
        </p:grpSpPr>
        <p:sp>
          <p:nvSpPr>
            <p:cNvPr name="Freeform 20" id="20"/>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8C238"/>
            </a:solidFill>
          </p:spPr>
        </p:sp>
        <p:sp>
          <p:nvSpPr>
            <p:cNvPr name="TextBox 21" id="21"/>
            <p:cNvSpPr txBox="true"/>
            <p:nvPr/>
          </p:nvSpPr>
          <p:spPr>
            <a:xfrm>
              <a:off x="228600" y="228600"/>
              <a:ext cx="355600" cy="381000"/>
            </a:xfrm>
            <a:prstGeom prst="rect">
              <a:avLst/>
            </a:prstGeom>
          </p:spPr>
          <p:txBody>
            <a:bodyPr anchor="ctr" rtlCol="false" tIns="50800" lIns="50800" bIns="50800" rIns="50800"/>
            <a:lstStyle/>
            <a:p>
              <a:pPr algn="ctr">
                <a:lnSpc>
                  <a:spcPts val="2889"/>
                </a:lnSpc>
              </a:pPr>
            </a:p>
          </p:txBody>
        </p:sp>
      </p:grpSp>
      <p:sp>
        <p:nvSpPr>
          <p:cNvPr name="Freeform 22" id="22"/>
          <p:cNvSpPr/>
          <p:nvPr/>
        </p:nvSpPr>
        <p:spPr>
          <a:xfrm flipH="false" flipV="false" rot="0">
            <a:off x="15583900" y="8755347"/>
            <a:ext cx="453659" cy="453659"/>
          </a:xfrm>
          <a:custGeom>
            <a:avLst/>
            <a:gdLst/>
            <a:ahLst/>
            <a:cxnLst/>
            <a:rect r="r" b="b" t="t" l="l"/>
            <a:pathLst>
              <a:path h="453659" w="453659">
                <a:moveTo>
                  <a:pt x="0" y="0"/>
                </a:moveTo>
                <a:lnTo>
                  <a:pt x="453659" y="0"/>
                </a:lnTo>
                <a:lnTo>
                  <a:pt x="453659" y="453659"/>
                </a:lnTo>
                <a:lnTo>
                  <a:pt x="0" y="45365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6125501" y="8755347"/>
            <a:ext cx="825746" cy="484094"/>
          </a:xfrm>
          <a:custGeom>
            <a:avLst/>
            <a:gdLst/>
            <a:ahLst/>
            <a:cxnLst/>
            <a:rect r="r" b="b" t="t" l="l"/>
            <a:pathLst>
              <a:path h="484094" w="825746">
                <a:moveTo>
                  <a:pt x="0" y="0"/>
                </a:moveTo>
                <a:lnTo>
                  <a:pt x="825746" y="0"/>
                </a:lnTo>
                <a:lnTo>
                  <a:pt x="825746" y="484094"/>
                </a:lnTo>
                <a:lnTo>
                  <a:pt x="0" y="4840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2326567" y="8574655"/>
            <a:ext cx="2216595" cy="782391"/>
          </a:xfrm>
          <a:prstGeom prst="rect">
            <a:avLst/>
          </a:prstGeom>
        </p:spPr>
        <p:txBody>
          <a:bodyPr anchor="t" rtlCol="false" tIns="0" lIns="0" bIns="0" rIns="0">
            <a:spAutoFit/>
          </a:bodyPr>
          <a:lstStyle/>
          <a:p>
            <a:pPr algn="l">
              <a:lnSpc>
                <a:spcPts val="2088"/>
              </a:lnSpc>
            </a:pPr>
            <a:r>
              <a:rPr lang="en-US" sz="1491" b="true">
                <a:solidFill>
                  <a:srgbClr val="000000"/>
                </a:solidFill>
                <a:latin typeface="Helvetica Now Display Bold"/>
                <a:ea typeface="Helvetica Now Display Bold"/>
                <a:cs typeface="Helvetica Now Display Bold"/>
                <a:sym typeface="Helvetica Now Display Bold"/>
              </a:rPr>
              <a:t>Copy a sticky note, then we'll write our thoughts, ideas, and inspiration.</a:t>
            </a:r>
          </a:p>
        </p:txBody>
      </p:sp>
      <p:sp>
        <p:nvSpPr>
          <p:cNvPr name="TextBox 25" id="25"/>
          <p:cNvSpPr txBox="true"/>
          <p:nvPr/>
        </p:nvSpPr>
        <p:spPr>
          <a:xfrm rot="0">
            <a:off x="7650508" y="7431244"/>
            <a:ext cx="3291684" cy="381114"/>
          </a:xfrm>
          <a:prstGeom prst="rect">
            <a:avLst/>
          </a:prstGeom>
        </p:spPr>
        <p:txBody>
          <a:bodyPr anchor="t" rtlCol="false" tIns="0" lIns="0" bIns="0" rIns="0">
            <a:spAutoFit/>
          </a:bodyPr>
          <a:lstStyle/>
          <a:p>
            <a:pPr algn="r">
              <a:lnSpc>
                <a:spcPts val="3101"/>
              </a:lnSpc>
            </a:pPr>
            <a:r>
              <a:rPr lang="en-US" sz="2215" b="true">
                <a:solidFill>
                  <a:srgbClr val="000000"/>
                </a:solidFill>
                <a:latin typeface="Helvetica Now Display Bold"/>
                <a:ea typeface="Helvetica Now Display Bold"/>
                <a:cs typeface="Helvetica Now Display Bold"/>
                <a:sym typeface="Helvetica Now Display Bold"/>
              </a:rPr>
              <a:t>Brainstorm Area</a:t>
            </a:r>
          </a:p>
        </p:txBody>
      </p:sp>
      <p:sp>
        <p:nvSpPr>
          <p:cNvPr name="TextBox 26" id="26"/>
          <p:cNvSpPr txBox="true"/>
          <p:nvPr/>
        </p:nvSpPr>
        <p:spPr>
          <a:xfrm rot="0">
            <a:off x="2927495" y="914714"/>
            <a:ext cx="6484383" cy="531077"/>
          </a:xfrm>
          <a:prstGeom prst="rect">
            <a:avLst/>
          </a:prstGeom>
        </p:spPr>
        <p:txBody>
          <a:bodyPr anchor="t" rtlCol="false" tIns="0" lIns="0" bIns="0" rIns="0">
            <a:spAutoFit/>
          </a:bodyPr>
          <a:lstStyle/>
          <a:p>
            <a:pPr algn="ctr">
              <a:lnSpc>
                <a:spcPts val="4418"/>
              </a:lnSpc>
            </a:pPr>
            <a:r>
              <a:rPr lang="en-US" sz="3155" b="true">
                <a:solidFill>
                  <a:srgbClr val="F8C238"/>
                </a:solidFill>
                <a:latin typeface="Helvetica Now Display Bold"/>
                <a:ea typeface="Helvetica Now Display Bold"/>
                <a:cs typeface="Helvetica Now Display Bold"/>
                <a:sym typeface="Helvetica Now Display Bold"/>
              </a:rPr>
              <a:t>What's your brainstorm topic?</a:t>
            </a:r>
          </a:p>
        </p:txBody>
      </p:sp>
      <p:sp>
        <p:nvSpPr>
          <p:cNvPr name="TextBox 27" id="27"/>
          <p:cNvSpPr txBox="true"/>
          <p:nvPr/>
        </p:nvSpPr>
        <p:spPr>
          <a:xfrm rot="0">
            <a:off x="13659563" y="7431244"/>
            <a:ext cx="3291684" cy="381114"/>
          </a:xfrm>
          <a:prstGeom prst="rect">
            <a:avLst/>
          </a:prstGeom>
        </p:spPr>
        <p:txBody>
          <a:bodyPr anchor="t" rtlCol="false" tIns="0" lIns="0" bIns="0" rIns="0">
            <a:spAutoFit/>
          </a:bodyPr>
          <a:lstStyle/>
          <a:p>
            <a:pPr algn="r">
              <a:lnSpc>
                <a:spcPts val="3101"/>
              </a:lnSpc>
            </a:pPr>
            <a:r>
              <a:rPr lang="en-US" sz="2215" b="true">
                <a:solidFill>
                  <a:srgbClr val="000000"/>
                </a:solidFill>
                <a:latin typeface="Helvetica Now Display Bold"/>
                <a:ea typeface="Helvetica Now Display Bold"/>
                <a:cs typeface="Helvetica Now Display Bold"/>
                <a:sym typeface="Helvetica Now Display Bold"/>
              </a:rPr>
              <a:t>Our Favorite Ideas</a:t>
            </a:r>
          </a:p>
        </p:txBody>
      </p:sp>
      <p:sp>
        <p:nvSpPr>
          <p:cNvPr name="TextBox 28" id="28"/>
          <p:cNvSpPr txBox="true"/>
          <p:nvPr/>
        </p:nvSpPr>
        <p:spPr>
          <a:xfrm rot="0">
            <a:off x="8354084" y="8576791"/>
            <a:ext cx="1554187" cy="778119"/>
          </a:xfrm>
          <a:prstGeom prst="rect">
            <a:avLst/>
          </a:prstGeom>
        </p:spPr>
        <p:txBody>
          <a:bodyPr anchor="t" rtlCol="false" tIns="0" lIns="0" bIns="0" rIns="0">
            <a:spAutoFit/>
          </a:bodyPr>
          <a:lstStyle/>
          <a:p>
            <a:pPr algn="l">
              <a:lnSpc>
                <a:spcPts val="2086"/>
              </a:lnSpc>
            </a:pPr>
            <a:r>
              <a:rPr lang="en-US" sz="1490" spc="-14" b="true">
                <a:solidFill>
                  <a:srgbClr val="000000"/>
                </a:solidFill>
                <a:latin typeface="Helvetica Now Display Bold"/>
                <a:ea typeface="Helvetica Now Display Bold"/>
                <a:cs typeface="Helvetica Now Display Bold"/>
                <a:sym typeface="Helvetica Now Display Bold"/>
              </a:rPr>
              <a:t>Use the stars to vote which ones we like</a:t>
            </a:r>
            <a:r>
              <a:rPr lang="en-US" sz="1490" spc="-14" b="true">
                <a:solidFill>
                  <a:srgbClr val="000000"/>
                </a:solidFill>
                <a:latin typeface="Helvetica Now Display Bold"/>
                <a:ea typeface="Helvetica Now Display Bold"/>
                <a:cs typeface="Helvetica Now Display Bold"/>
                <a:sym typeface="Helvetica Now Display Bold"/>
              </a:rPr>
              <a:t> to pursue.</a:t>
            </a:r>
          </a:p>
        </p:txBody>
      </p:sp>
      <p:sp>
        <p:nvSpPr>
          <p:cNvPr name="TextBox 29" id="29"/>
          <p:cNvSpPr txBox="true"/>
          <p:nvPr/>
        </p:nvSpPr>
        <p:spPr>
          <a:xfrm rot="0">
            <a:off x="13041628" y="8576791"/>
            <a:ext cx="1511414" cy="778119"/>
          </a:xfrm>
          <a:prstGeom prst="rect">
            <a:avLst/>
          </a:prstGeom>
        </p:spPr>
        <p:txBody>
          <a:bodyPr anchor="t" rtlCol="false" tIns="0" lIns="0" bIns="0" rIns="0">
            <a:spAutoFit/>
          </a:bodyPr>
          <a:lstStyle/>
          <a:p>
            <a:pPr algn="l">
              <a:lnSpc>
                <a:spcPts val="2086"/>
              </a:lnSpc>
            </a:pPr>
            <a:r>
              <a:rPr lang="en-US" sz="1490" b="true">
                <a:solidFill>
                  <a:srgbClr val="000000"/>
                </a:solidFill>
                <a:latin typeface="Helvetica Now Display Bold"/>
                <a:ea typeface="Helvetica Now Display Bold"/>
                <a:cs typeface="Helvetica Now Display Bold"/>
                <a:sym typeface="Helvetica Now Display Bold"/>
              </a:rPr>
              <a:t>Circle or comment on any promising ideas.</a:t>
            </a:r>
          </a:p>
        </p:txBody>
      </p:sp>
      <p:sp>
        <p:nvSpPr>
          <p:cNvPr name="Freeform 30" id="30"/>
          <p:cNvSpPr/>
          <p:nvPr/>
        </p:nvSpPr>
        <p:spPr>
          <a:xfrm flipH="false" flipV="false" rot="0">
            <a:off x="4646514" y="8537214"/>
            <a:ext cx="804376" cy="837892"/>
          </a:xfrm>
          <a:custGeom>
            <a:avLst/>
            <a:gdLst/>
            <a:ahLst/>
            <a:cxnLst/>
            <a:rect r="r" b="b" t="t" l="l"/>
            <a:pathLst>
              <a:path h="837892" w="804376">
                <a:moveTo>
                  <a:pt x="0" y="0"/>
                </a:moveTo>
                <a:lnTo>
                  <a:pt x="804376" y="0"/>
                </a:lnTo>
                <a:lnTo>
                  <a:pt x="804376" y="837891"/>
                </a:lnTo>
                <a:lnTo>
                  <a:pt x="0" y="837891"/>
                </a:lnTo>
                <a:lnTo>
                  <a:pt x="0" y="0"/>
                </a:lnTo>
                <a:close/>
              </a:path>
            </a:pathLst>
          </a:custGeom>
          <a:blipFill>
            <a:blip r:embed="rId14"/>
            <a:stretch>
              <a:fillRect l="0" t="0" r="0" b="0"/>
            </a:stretch>
          </a:blipFill>
        </p:spPr>
      </p:sp>
      <p:sp>
        <p:nvSpPr>
          <p:cNvPr name="Freeform 31" id="31"/>
          <p:cNvSpPr/>
          <p:nvPr/>
        </p:nvSpPr>
        <p:spPr>
          <a:xfrm flipH="false" flipV="false" rot="0">
            <a:off x="5580819" y="8537214"/>
            <a:ext cx="793902" cy="837892"/>
          </a:xfrm>
          <a:custGeom>
            <a:avLst/>
            <a:gdLst/>
            <a:ahLst/>
            <a:cxnLst/>
            <a:rect r="r" b="b" t="t" l="l"/>
            <a:pathLst>
              <a:path h="837892" w="793902">
                <a:moveTo>
                  <a:pt x="0" y="0"/>
                </a:moveTo>
                <a:lnTo>
                  <a:pt x="793902" y="0"/>
                </a:lnTo>
                <a:lnTo>
                  <a:pt x="793902" y="837891"/>
                </a:lnTo>
                <a:lnTo>
                  <a:pt x="0" y="837891"/>
                </a:lnTo>
                <a:lnTo>
                  <a:pt x="0" y="0"/>
                </a:lnTo>
                <a:close/>
              </a:path>
            </a:pathLst>
          </a:custGeom>
          <a:blipFill>
            <a:blip r:embed="rId15"/>
            <a:stretch>
              <a:fillRect l="0" t="0" r="0" b="0"/>
            </a:stretch>
          </a:blipFill>
        </p:spPr>
      </p:sp>
      <p:grpSp>
        <p:nvGrpSpPr>
          <p:cNvPr name="Group 32" id="32"/>
          <p:cNvGrpSpPr/>
          <p:nvPr/>
        </p:nvGrpSpPr>
        <p:grpSpPr>
          <a:xfrm rot="0">
            <a:off x="10628323" y="8967263"/>
            <a:ext cx="430636" cy="410450"/>
            <a:chOff x="0" y="0"/>
            <a:chExt cx="812800" cy="774700"/>
          </a:xfrm>
        </p:grpSpPr>
        <p:sp>
          <p:nvSpPr>
            <p:cNvPr name="Freeform 33" id="33"/>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8C238"/>
            </a:solidFill>
          </p:spPr>
        </p:sp>
        <p:sp>
          <p:nvSpPr>
            <p:cNvPr name="TextBox 34" id="34"/>
            <p:cNvSpPr txBox="true"/>
            <p:nvPr/>
          </p:nvSpPr>
          <p:spPr>
            <a:xfrm>
              <a:off x="228600" y="228600"/>
              <a:ext cx="355600" cy="381000"/>
            </a:xfrm>
            <a:prstGeom prst="rect">
              <a:avLst/>
            </a:prstGeom>
          </p:spPr>
          <p:txBody>
            <a:bodyPr anchor="ctr" rtlCol="false" tIns="50800" lIns="50800" bIns="50800" rIns="50800"/>
            <a:lstStyle/>
            <a:p>
              <a:pPr algn="ctr">
                <a:lnSpc>
                  <a:spcPts val="2889"/>
                </a:lnSpc>
              </a:pPr>
            </a:p>
          </p:txBody>
        </p:sp>
      </p:grpSp>
      <p:grpSp>
        <p:nvGrpSpPr>
          <p:cNvPr name="Group 35" id="35"/>
          <p:cNvGrpSpPr/>
          <p:nvPr/>
        </p:nvGrpSpPr>
        <p:grpSpPr>
          <a:xfrm rot="0">
            <a:off x="10095689" y="8967263"/>
            <a:ext cx="430636" cy="410450"/>
            <a:chOff x="0" y="0"/>
            <a:chExt cx="812800" cy="774700"/>
          </a:xfrm>
        </p:grpSpPr>
        <p:sp>
          <p:nvSpPr>
            <p:cNvPr name="Freeform 36" id="36"/>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8C238"/>
            </a:solidFill>
          </p:spPr>
        </p:sp>
        <p:sp>
          <p:nvSpPr>
            <p:cNvPr name="TextBox 37" id="37"/>
            <p:cNvSpPr txBox="true"/>
            <p:nvPr/>
          </p:nvSpPr>
          <p:spPr>
            <a:xfrm>
              <a:off x="228600" y="228600"/>
              <a:ext cx="355600" cy="381000"/>
            </a:xfrm>
            <a:prstGeom prst="rect">
              <a:avLst/>
            </a:prstGeom>
          </p:spPr>
          <p:txBody>
            <a:bodyPr anchor="ctr" rtlCol="false" tIns="50800" lIns="50800" bIns="50800" rIns="50800"/>
            <a:lstStyle/>
            <a:p>
              <a:pPr algn="ctr">
                <a:lnSpc>
                  <a:spcPts val="2889"/>
                </a:lnSpc>
              </a:pPr>
            </a:p>
          </p:txBody>
        </p:sp>
      </p:grpSp>
      <p:sp>
        <p:nvSpPr>
          <p:cNvPr name="Freeform 38" id="38"/>
          <p:cNvSpPr/>
          <p:nvPr/>
        </p:nvSpPr>
        <p:spPr>
          <a:xfrm flipH="false" flipV="false" rot="0">
            <a:off x="15019301" y="8755347"/>
            <a:ext cx="478874" cy="484094"/>
          </a:xfrm>
          <a:custGeom>
            <a:avLst/>
            <a:gdLst/>
            <a:ahLst/>
            <a:cxnLst/>
            <a:rect r="r" b="b" t="t" l="l"/>
            <a:pathLst>
              <a:path h="484094" w="478874">
                <a:moveTo>
                  <a:pt x="0" y="0"/>
                </a:moveTo>
                <a:lnTo>
                  <a:pt x="478874" y="0"/>
                </a:lnTo>
                <a:lnTo>
                  <a:pt x="478874" y="484094"/>
                </a:lnTo>
                <a:lnTo>
                  <a:pt x="0" y="4840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9730924" y="1853218"/>
            <a:ext cx="1271786" cy="1271786"/>
          </a:xfrm>
          <a:custGeom>
            <a:avLst/>
            <a:gdLst/>
            <a:ahLst/>
            <a:cxnLst/>
            <a:rect r="r" b="b" t="t" l="l"/>
            <a:pathLst>
              <a:path h="1271786" w="1271786">
                <a:moveTo>
                  <a:pt x="0" y="0"/>
                </a:moveTo>
                <a:lnTo>
                  <a:pt x="1271786" y="0"/>
                </a:lnTo>
                <a:lnTo>
                  <a:pt x="1271786" y="1271787"/>
                </a:lnTo>
                <a:lnTo>
                  <a:pt x="0" y="1271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730924" y="6036622"/>
            <a:ext cx="1271786" cy="1271786"/>
          </a:xfrm>
          <a:custGeom>
            <a:avLst/>
            <a:gdLst/>
            <a:ahLst/>
            <a:cxnLst/>
            <a:rect r="r" b="b" t="t" l="l"/>
            <a:pathLst>
              <a:path h="1271786" w="1271786">
                <a:moveTo>
                  <a:pt x="0" y="0"/>
                </a:moveTo>
                <a:lnTo>
                  <a:pt x="1271786" y="0"/>
                </a:lnTo>
                <a:lnTo>
                  <a:pt x="1271786" y="1271787"/>
                </a:lnTo>
                <a:lnTo>
                  <a:pt x="0" y="12717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285870" y="7812351"/>
            <a:ext cx="1445949" cy="1445949"/>
          </a:xfrm>
          <a:custGeom>
            <a:avLst/>
            <a:gdLst/>
            <a:ahLst/>
            <a:cxnLst/>
            <a:rect r="r" b="b" t="t" l="l"/>
            <a:pathLst>
              <a:path h="1445949" w="1445949">
                <a:moveTo>
                  <a:pt x="0" y="0"/>
                </a:moveTo>
                <a:lnTo>
                  <a:pt x="1445949" y="0"/>
                </a:lnTo>
                <a:lnTo>
                  <a:pt x="1445949" y="1445949"/>
                </a:lnTo>
                <a:lnTo>
                  <a:pt x="0" y="14459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700000">
            <a:off x="14569241" y="6098743"/>
            <a:ext cx="8376514" cy="8376514"/>
          </a:xfrm>
          <a:custGeom>
            <a:avLst/>
            <a:gdLst/>
            <a:ahLst/>
            <a:cxnLst/>
            <a:rect r="r" b="b" t="t" l="l"/>
            <a:pathLst>
              <a:path h="8376514" w="8376514">
                <a:moveTo>
                  <a:pt x="0" y="0"/>
                </a:moveTo>
                <a:lnTo>
                  <a:pt x="8376514" y="0"/>
                </a:lnTo>
                <a:lnTo>
                  <a:pt x="8376514" y="8376514"/>
                </a:lnTo>
                <a:lnTo>
                  <a:pt x="0" y="83765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054036" y="7812351"/>
            <a:ext cx="1445949" cy="1445949"/>
          </a:xfrm>
          <a:custGeom>
            <a:avLst/>
            <a:gdLst/>
            <a:ahLst/>
            <a:cxnLst/>
            <a:rect r="r" b="b" t="t" l="l"/>
            <a:pathLst>
              <a:path h="1445949" w="1445949">
                <a:moveTo>
                  <a:pt x="0" y="0"/>
                </a:moveTo>
                <a:lnTo>
                  <a:pt x="1445949" y="0"/>
                </a:lnTo>
                <a:lnTo>
                  <a:pt x="1445949" y="1445949"/>
                </a:lnTo>
                <a:lnTo>
                  <a:pt x="0" y="14459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1195529" y="7741480"/>
            <a:ext cx="1482178" cy="148217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5031" r="0" b="-32189"/>
              </a:stretch>
            </a:blipFill>
            <a:ln w="57150" cap="sq">
              <a:solidFill>
                <a:srgbClr val="000000"/>
              </a:solidFill>
              <a:prstDash val="solid"/>
              <a:miter/>
            </a:ln>
          </p:spPr>
        </p:sp>
      </p:grpSp>
      <p:grpSp>
        <p:nvGrpSpPr>
          <p:cNvPr name="Group 9" id="9"/>
          <p:cNvGrpSpPr/>
          <p:nvPr/>
        </p:nvGrpSpPr>
        <p:grpSpPr>
          <a:xfrm rot="0">
            <a:off x="12963695" y="7741480"/>
            <a:ext cx="1482178" cy="14821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6490" t="-8805" r="-87806" b="-121011"/>
              </a:stretch>
            </a:blipFill>
            <a:ln w="57150" cap="sq">
              <a:solidFill>
                <a:srgbClr val="000000"/>
              </a:solidFill>
              <a:prstDash val="solid"/>
              <a:miter/>
            </a:ln>
          </p:spPr>
        </p:sp>
      </p:grpSp>
      <p:sp>
        <p:nvSpPr>
          <p:cNvPr name="Freeform 11" id="11"/>
          <p:cNvSpPr/>
          <p:nvPr/>
        </p:nvSpPr>
        <p:spPr>
          <a:xfrm flipH="false" flipV="false" rot="0">
            <a:off x="14873517" y="7812351"/>
            <a:ext cx="1445949" cy="1445949"/>
          </a:xfrm>
          <a:custGeom>
            <a:avLst/>
            <a:gdLst/>
            <a:ahLst/>
            <a:cxnLst/>
            <a:rect r="r" b="b" t="t" l="l"/>
            <a:pathLst>
              <a:path h="1445949" w="1445949">
                <a:moveTo>
                  <a:pt x="0" y="0"/>
                </a:moveTo>
                <a:lnTo>
                  <a:pt x="1445949" y="0"/>
                </a:lnTo>
                <a:lnTo>
                  <a:pt x="1445949" y="1445949"/>
                </a:lnTo>
                <a:lnTo>
                  <a:pt x="0" y="14459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4783176" y="7741480"/>
            <a:ext cx="1482178" cy="14821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9483" t="0" r="-33116" b="-23847"/>
              </a:stretch>
            </a:blipFill>
            <a:ln w="57150" cap="sq">
              <a:solidFill>
                <a:srgbClr val="000000"/>
              </a:solidFill>
              <a:prstDash val="solid"/>
              <a:miter/>
            </a:ln>
          </p:spPr>
        </p:sp>
      </p:grpSp>
      <p:sp>
        <p:nvSpPr>
          <p:cNvPr name="Freeform 14" id="14"/>
          <p:cNvSpPr/>
          <p:nvPr/>
        </p:nvSpPr>
        <p:spPr>
          <a:xfrm flipH="false" flipV="false" rot="0">
            <a:off x="-6501310" y="-3883661"/>
            <a:ext cx="11640107" cy="11640107"/>
          </a:xfrm>
          <a:custGeom>
            <a:avLst/>
            <a:gdLst/>
            <a:ahLst/>
            <a:cxnLst/>
            <a:rect r="r" b="b" t="t" l="l"/>
            <a:pathLst>
              <a:path h="11640107" w="11640107">
                <a:moveTo>
                  <a:pt x="0" y="0"/>
                </a:moveTo>
                <a:lnTo>
                  <a:pt x="11640107" y="0"/>
                </a:lnTo>
                <a:lnTo>
                  <a:pt x="11640107" y="11640107"/>
                </a:lnTo>
                <a:lnTo>
                  <a:pt x="0" y="11640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833107" y="1290542"/>
            <a:ext cx="7808866" cy="10272238"/>
            <a:chOff x="0" y="0"/>
            <a:chExt cx="2056656" cy="2705445"/>
          </a:xfrm>
        </p:grpSpPr>
        <p:sp>
          <p:nvSpPr>
            <p:cNvPr name="Freeform 16" id="16"/>
            <p:cNvSpPr/>
            <p:nvPr/>
          </p:nvSpPr>
          <p:spPr>
            <a:xfrm flipH="false" flipV="false" rot="0">
              <a:off x="0" y="0"/>
              <a:ext cx="2056656" cy="2705445"/>
            </a:xfrm>
            <a:custGeom>
              <a:avLst/>
              <a:gdLst/>
              <a:ahLst/>
              <a:cxnLst/>
              <a:rect r="r" b="b" t="t" l="l"/>
              <a:pathLst>
                <a:path h="2705445" w="2056656">
                  <a:moveTo>
                    <a:pt x="99143" y="0"/>
                  </a:moveTo>
                  <a:lnTo>
                    <a:pt x="1957513" y="0"/>
                  </a:lnTo>
                  <a:cubicBezTo>
                    <a:pt x="2012268" y="0"/>
                    <a:pt x="2056656" y="44388"/>
                    <a:pt x="2056656" y="99143"/>
                  </a:cubicBezTo>
                  <a:lnTo>
                    <a:pt x="2056656" y="2606303"/>
                  </a:lnTo>
                  <a:cubicBezTo>
                    <a:pt x="2056656" y="2661058"/>
                    <a:pt x="2012268" y="2705445"/>
                    <a:pt x="1957513" y="2705445"/>
                  </a:cubicBezTo>
                  <a:lnTo>
                    <a:pt x="99143" y="2705445"/>
                  </a:lnTo>
                  <a:cubicBezTo>
                    <a:pt x="44388" y="2705445"/>
                    <a:pt x="0" y="2661058"/>
                    <a:pt x="0" y="2606303"/>
                  </a:cubicBezTo>
                  <a:lnTo>
                    <a:pt x="0" y="99143"/>
                  </a:lnTo>
                  <a:cubicBezTo>
                    <a:pt x="0" y="44388"/>
                    <a:pt x="44388" y="0"/>
                    <a:pt x="99143" y="0"/>
                  </a:cubicBezTo>
                  <a:close/>
                </a:path>
              </a:pathLst>
            </a:custGeom>
            <a:solidFill>
              <a:srgbClr val="F8C238"/>
            </a:solidFill>
          </p:spPr>
        </p:sp>
        <p:sp>
          <p:nvSpPr>
            <p:cNvPr name="TextBox 17" id="17"/>
            <p:cNvSpPr txBox="true"/>
            <p:nvPr/>
          </p:nvSpPr>
          <p:spPr>
            <a:xfrm>
              <a:off x="0" y="-38100"/>
              <a:ext cx="2056656" cy="2743545"/>
            </a:xfrm>
            <a:prstGeom prst="rect">
              <a:avLst/>
            </a:prstGeom>
          </p:spPr>
          <p:txBody>
            <a:bodyPr anchor="ctr" rtlCol="false" tIns="50800" lIns="50800" bIns="50800" rIns="50800"/>
            <a:lstStyle/>
            <a:p>
              <a:pPr algn="ctr">
                <a:lnSpc>
                  <a:spcPts val="2889"/>
                </a:lnSpc>
              </a:pPr>
            </a:p>
          </p:txBody>
        </p:sp>
      </p:grpSp>
      <p:sp>
        <p:nvSpPr>
          <p:cNvPr name="Freeform 18" id="18"/>
          <p:cNvSpPr/>
          <p:nvPr/>
        </p:nvSpPr>
        <p:spPr>
          <a:xfrm flipH="false" flipV="false" rot="5400000">
            <a:off x="-1680453" y="4072727"/>
            <a:ext cx="12661189" cy="7454275"/>
          </a:xfrm>
          <a:custGeom>
            <a:avLst/>
            <a:gdLst/>
            <a:ahLst/>
            <a:cxnLst/>
            <a:rect r="r" b="b" t="t" l="l"/>
            <a:pathLst>
              <a:path h="7454275" w="12661189">
                <a:moveTo>
                  <a:pt x="0" y="0"/>
                </a:moveTo>
                <a:lnTo>
                  <a:pt x="12661189" y="0"/>
                </a:lnTo>
                <a:lnTo>
                  <a:pt x="12661189" y="7454275"/>
                </a:lnTo>
                <a:lnTo>
                  <a:pt x="0" y="7454275"/>
                </a:lnTo>
                <a:lnTo>
                  <a:pt x="0" y="0"/>
                </a:lnTo>
                <a:close/>
              </a:path>
            </a:pathLst>
          </a:custGeom>
          <a:blipFill>
            <a:blip r:embed="rId13"/>
            <a:stretch>
              <a:fillRect l="0" t="0" r="0" b="0"/>
            </a:stretch>
          </a:blipFill>
        </p:spPr>
      </p:sp>
      <p:sp>
        <p:nvSpPr>
          <p:cNvPr name="Freeform 19" id="19"/>
          <p:cNvSpPr/>
          <p:nvPr/>
        </p:nvSpPr>
        <p:spPr>
          <a:xfrm flipH="false" flipV="false" rot="0">
            <a:off x="11278678" y="3275484"/>
            <a:ext cx="1808400" cy="1883750"/>
          </a:xfrm>
          <a:custGeom>
            <a:avLst/>
            <a:gdLst/>
            <a:ahLst/>
            <a:cxnLst/>
            <a:rect r="r" b="b" t="t" l="l"/>
            <a:pathLst>
              <a:path h="1883750" w="1808400">
                <a:moveTo>
                  <a:pt x="0" y="0"/>
                </a:moveTo>
                <a:lnTo>
                  <a:pt x="1808400" y="0"/>
                </a:lnTo>
                <a:lnTo>
                  <a:pt x="1808400" y="1883749"/>
                </a:lnTo>
                <a:lnTo>
                  <a:pt x="0" y="1883749"/>
                </a:lnTo>
                <a:lnTo>
                  <a:pt x="0" y="0"/>
                </a:lnTo>
                <a:close/>
              </a:path>
            </a:pathLst>
          </a:custGeom>
          <a:blipFill>
            <a:blip r:embed="rId14"/>
            <a:stretch>
              <a:fillRect l="0" t="0" r="0" b="0"/>
            </a:stretch>
          </a:blipFill>
        </p:spPr>
      </p:sp>
      <p:sp>
        <p:nvSpPr>
          <p:cNvPr name="Freeform 20" id="20"/>
          <p:cNvSpPr/>
          <p:nvPr/>
        </p:nvSpPr>
        <p:spPr>
          <a:xfrm flipH="false" flipV="false" rot="0">
            <a:off x="13379184" y="3275484"/>
            <a:ext cx="1784853" cy="1883750"/>
          </a:xfrm>
          <a:custGeom>
            <a:avLst/>
            <a:gdLst/>
            <a:ahLst/>
            <a:cxnLst/>
            <a:rect r="r" b="b" t="t" l="l"/>
            <a:pathLst>
              <a:path h="1883750" w="1784853">
                <a:moveTo>
                  <a:pt x="0" y="0"/>
                </a:moveTo>
                <a:lnTo>
                  <a:pt x="1784853" y="0"/>
                </a:lnTo>
                <a:lnTo>
                  <a:pt x="1784853" y="1883749"/>
                </a:lnTo>
                <a:lnTo>
                  <a:pt x="0" y="1883749"/>
                </a:lnTo>
                <a:lnTo>
                  <a:pt x="0" y="0"/>
                </a:lnTo>
                <a:close/>
              </a:path>
            </a:pathLst>
          </a:custGeom>
          <a:blipFill>
            <a:blip r:embed="rId15"/>
            <a:stretch>
              <a:fillRect l="0" t="0" r="0" b="0"/>
            </a:stretch>
          </a:blipFill>
        </p:spPr>
      </p:sp>
      <p:sp>
        <p:nvSpPr>
          <p:cNvPr name="Freeform 21" id="21"/>
          <p:cNvSpPr/>
          <p:nvPr/>
        </p:nvSpPr>
        <p:spPr>
          <a:xfrm flipH="false" flipV="false" rot="0">
            <a:off x="4161487" y="8361839"/>
            <a:ext cx="977310" cy="977310"/>
          </a:xfrm>
          <a:custGeom>
            <a:avLst/>
            <a:gdLst/>
            <a:ahLst/>
            <a:cxnLst/>
            <a:rect r="r" b="b" t="t" l="l"/>
            <a:pathLst>
              <a:path h="977310" w="977310">
                <a:moveTo>
                  <a:pt x="0" y="0"/>
                </a:moveTo>
                <a:lnTo>
                  <a:pt x="977310" y="0"/>
                </a:lnTo>
                <a:lnTo>
                  <a:pt x="977310" y="977310"/>
                </a:lnTo>
                <a:lnTo>
                  <a:pt x="0" y="97731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2" id="22"/>
          <p:cNvSpPr txBox="true"/>
          <p:nvPr/>
        </p:nvSpPr>
        <p:spPr>
          <a:xfrm rot="0">
            <a:off x="1808382" y="5609852"/>
            <a:ext cx="5858317" cy="2190012"/>
          </a:xfrm>
          <a:prstGeom prst="rect">
            <a:avLst/>
          </a:prstGeom>
        </p:spPr>
        <p:txBody>
          <a:bodyPr anchor="t" rtlCol="false" tIns="0" lIns="0" bIns="0" rIns="0">
            <a:spAutoFit/>
          </a:bodyPr>
          <a:lstStyle/>
          <a:p>
            <a:pPr algn="ctr">
              <a:lnSpc>
                <a:spcPts val="4362"/>
              </a:lnSpc>
            </a:pPr>
            <a:r>
              <a:rPr lang="en-US" sz="3116">
                <a:solidFill>
                  <a:srgbClr val="000000"/>
                </a:solidFill>
                <a:latin typeface="Helvetica Now Display"/>
                <a:ea typeface="Helvetica Now Display"/>
                <a:cs typeface="Helvetica Now Display"/>
                <a:sym typeface="Helvetica Now Display"/>
              </a:rPr>
              <a:t>Let's go back to the previous pages and synthesize what next actions are appropriate for us to move forward as a group.</a:t>
            </a:r>
          </a:p>
        </p:txBody>
      </p:sp>
      <p:sp>
        <p:nvSpPr>
          <p:cNvPr name="TextBox 23" id="23"/>
          <p:cNvSpPr txBox="true"/>
          <p:nvPr/>
        </p:nvSpPr>
        <p:spPr>
          <a:xfrm rot="0">
            <a:off x="11278678" y="2192647"/>
            <a:ext cx="5980622" cy="526254"/>
          </a:xfrm>
          <a:prstGeom prst="rect">
            <a:avLst/>
          </a:prstGeom>
        </p:spPr>
        <p:txBody>
          <a:bodyPr anchor="t" rtlCol="false" tIns="0" lIns="0" bIns="0" rIns="0">
            <a:spAutoFit/>
          </a:bodyPr>
          <a:lstStyle/>
          <a:p>
            <a:pPr algn="l">
              <a:lnSpc>
                <a:spcPts val="4247"/>
              </a:lnSpc>
            </a:pPr>
            <a:r>
              <a:rPr lang="en-US" sz="3033" b="true">
                <a:solidFill>
                  <a:srgbClr val="000000"/>
                </a:solidFill>
                <a:latin typeface="Helvetica Now Display Bold"/>
                <a:ea typeface="Helvetica Now Display Bold"/>
                <a:cs typeface="Helvetica Now Display Bold"/>
                <a:sym typeface="Helvetica Now Display Bold"/>
              </a:rPr>
              <a:t>Write action items in the boxes.</a:t>
            </a:r>
          </a:p>
        </p:txBody>
      </p:sp>
      <p:sp>
        <p:nvSpPr>
          <p:cNvPr name="TextBox 24" id="24"/>
          <p:cNvSpPr txBox="true"/>
          <p:nvPr/>
        </p:nvSpPr>
        <p:spPr>
          <a:xfrm rot="0">
            <a:off x="11278678" y="6181143"/>
            <a:ext cx="5980622" cy="1062890"/>
          </a:xfrm>
          <a:prstGeom prst="rect">
            <a:avLst/>
          </a:prstGeom>
        </p:spPr>
        <p:txBody>
          <a:bodyPr anchor="t" rtlCol="false" tIns="0" lIns="0" bIns="0" rIns="0">
            <a:spAutoFit/>
          </a:bodyPr>
          <a:lstStyle/>
          <a:p>
            <a:pPr algn="l">
              <a:lnSpc>
                <a:spcPts val="4247"/>
              </a:lnSpc>
            </a:pPr>
            <a:r>
              <a:rPr lang="en-US" sz="3033" spc="-30" b="true">
                <a:solidFill>
                  <a:srgbClr val="000000"/>
                </a:solidFill>
                <a:latin typeface="Helvetica Now Display Bold"/>
                <a:ea typeface="Helvetica Now Display Bold"/>
                <a:cs typeface="Helvetica Now Display Bold"/>
                <a:sym typeface="Helvetica Now Display Bold"/>
              </a:rPr>
              <a:t>Drag your photo under the</a:t>
            </a:r>
          </a:p>
          <a:p>
            <a:pPr algn="l">
              <a:lnSpc>
                <a:spcPts val="4247"/>
              </a:lnSpc>
            </a:pPr>
            <a:r>
              <a:rPr lang="en-US" sz="3033" spc="-30" b="true">
                <a:solidFill>
                  <a:srgbClr val="000000"/>
                </a:solidFill>
                <a:latin typeface="Helvetica Now Display Bold"/>
                <a:ea typeface="Helvetica Now Display Bold"/>
                <a:cs typeface="Helvetica Now Display Bold"/>
                <a:sym typeface="Helvetica Now Display Bold"/>
              </a:rPr>
              <a:t>action item you want to own.</a:t>
            </a:r>
          </a:p>
        </p:txBody>
      </p:sp>
      <p:sp>
        <p:nvSpPr>
          <p:cNvPr name="TextBox 25" id="25"/>
          <p:cNvSpPr txBox="true"/>
          <p:nvPr/>
        </p:nvSpPr>
        <p:spPr>
          <a:xfrm rot="0">
            <a:off x="2075727" y="2793573"/>
            <a:ext cx="5148829" cy="2312123"/>
          </a:xfrm>
          <a:prstGeom prst="rect">
            <a:avLst/>
          </a:prstGeom>
        </p:spPr>
        <p:txBody>
          <a:bodyPr anchor="t" rtlCol="false" tIns="0" lIns="0" bIns="0" rIns="0">
            <a:spAutoFit/>
          </a:bodyPr>
          <a:lstStyle/>
          <a:p>
            <a:pPr algn="ctr">
              <a:lnSpc>
                <a:spcPts val="8717"/>
              </a:lnSpc>
            </a:pPr>
            <a:r>
              <a:rPr lang="en-US" sz="9685" b="true">
                <a:solidFill>
                  <a:srgbClr val="000000"/>
                </a:solidFill>
                <a:latin typeface="Helvetica Now Display Heavy"/>
                <a:ea typeface="Helvetica Now Display Heavy"/>
                <a:cs typeface="Helvetica Now Display Heavy"/>
                <a:sym typeface="Helvetica Now Display Heavy"/>
              </a:rPr>
              <a:t>Action</a:t>
            </a:r>
          </a:p>
          <a:p>
            <a:pPr algn="ctr">
              <a:lnSpc>
                <a:spcPts val="8717"/>
              </a:lnSpc>
            </a:pPr>
            <a:r>
              <a:rPr lang="en-US" sz="9685" b="true">
                <a:solidFill>
                  <a:srgbClr val="000000"/>
                </a:solidFill>
                <a:latin typeface="Helvetica Now Display Heavy"/>
                <a:ea typeface="Helvetica Now Display Heavy"/>
                <a:cs typeface="Helvetica Now Display Heavy"/>
                <a:sym typeface="Helvetica Now Display Heavy"/>
              </a:rPr>
              <a:t>Item</a:t>
            </a:r>
          </a:p>
        </p:txBody>
      </p:sp>
      <p:sp>
        <p:nvSpPr>
          <p:cNvPr name="TextBox 26" id="26"/>
          <p:cNvSpPr txBox="true"/>
          <p:nvPr/>
        </p:nvSpPr>
        <p:spPr>
          <a:xfrm rot="0">
            <a:off x="11577234" y="3969104"/>
            <a:ext cx="1257174" cy="477459"/>
          </a:xfrm>
          <a:prstGeom prst="rect">
            <a:avLst/>
          </a:prstGeom>
        </p:spPr>
        <p:txBody>
          <a:bodyPr anchor="t" rtlCol="false" tIns="0" lIns="0" bIns="0" rIns="0">
            <a:spAutoFit/>
          </a:bodyPr>
          <a:lstStyle/>
          <a:p>
            <a:pPr algn="ctr">
              <a:lnSpc>
                <a:spcPts val="1952"/>
              </a:lnSpc>
            </a:pPr>
            <a:r>
              <a:rPr lang="en-US" b="true" sz="1394" spc="-13">
                <a:solidFill>
                  <a:srgbClr val="000000"/>
                </a:solidFill>
                <a:latin typeface="Helvetica Now Display Bold"/>
                <a:ea typeface="Helvetica Now Display Bold"/>
                <a:cs typeface="Helvetica Now Display Bold"/>
                <a:sym typeface="Helvetica Now Display Bold"/>
              </a:rPr>
              <a:t>Add your</a:t>
            </a:r>
          </a:p>
          <a:p>
            <a:pPr algn="ctr">
              <a:lnSpc>
                <a:spcPts val="1952"/>
              </a:lnSpc>
            </a:pPr>
            <a:r>
              <a:rPr lang="en-US" b="true" sz="1394" spc="-13">
                <a:solidFill>
                  <a:srgbClr val="000000"/>
                </a:solidFill>
                <a:latin typeface="Helvetica Now Display Bold"/>
                <a:ea typeface="Helvetica Now Display Bold"/>
                <a:cs typeface="Helvetica Now Display Bold"/>
                <a:sym typeface="Helvetica Now Display Bold"/>
              </a:rPr>
              <a:t>idea here</a:t>
            </a:r>
          </a:p>
        </p:txBody>
      </p:sp>
      <p:sp>
        <p:nvSpPr>
          <p:cNvPr name="TextBox 27" id="27"/>
          <p:cNvSpPr txBox="true"/>
          <p:nvPr/>
        </p:nvSpPr>
        <p:spPr>
          <a:xfrm rot="0">
            <a:off x="13639299" y="3969104"/>
            <a:ext cx="1257174" cy="477459"/>
          </a:xfrm>
          <a:prstGeom prst="rect">
            <a:avLst/>
          </a:prstGeom>
        </p:spPr>
        <p:txBody>
          <a:bodyPr anchor="t" rtlCol="false" tIns="0" lIns="0" bIns="0" rIns="0">
            <a:spAutoFit/>
          </a:bodyPr>
          <a:lstStyle/>
          <a:p>
            <a:pPr algn="ctr">
              <a:lnSpc>
                <a:spcPts val="1952"/>
              </a:lnSpc>
            </a:pPr>
            <a:r>
              <a:rPr lang="en-US" b="true" sz="1394" spc="-13">
                <a:solidFill>
                  <a:srgbClr val="000000"/>
                </a:solidFill>
                <a:latin typeface="Helvetica Now Display Bold"/>
                <a:ea typeface="Helvetica Now Display Bold"/>
                <a:cs typeface="Helvetica Now Display Bold"/>
                <a:sym typeface="Helvetica Now Display Bold"/>
              </a:rPr>
              <a:t>Add your</a:t>
            </a:r>
          </a:p>
          <a:p>
            <a:pPr algn="ctr">
              <a:lnSpc>
                <a:spcPts val="1952"/>
              </a:lnSpc>
            </a:pPr>
            <a:r>
              <a:rPr lang="en-US" b="true" sz="1394" spc="-13">
                <a:solidFill>
                  <a:srgbClr val="000000"/>
                </a:solidFill>
                <a:latin typeface="Helvetica Now Display Bold"/>
                <a:ea typeface="Helvetica Now Display Bold"/>
                <a:cs typeface="Helvetica Now Display Bold"/>
                <a:sym typeface="Helvetica Now Display Bold"/>
              </a:rPr>
              <a:t>idea here</a:t>
            </a:r>
          </a:p>
        </p:txBody>
      </p:sp>
      <p:sp>
        <p:nvSpPr>
          <p:cNvPr name="Freeform 28" id="28"/>
          <p:cNvSpPr/>
          <p:nvPr/>
        </p:nvSpPr>
        <p:spPr>
          <a:xfrm flipH="false" flipV="false" rot="0">
            <a:off x="15524265" y="-574397"/>
            <a:ext cx="1148795" cy="1148795"/>
          </a:xfrm>
          <a:custGeom>
            <a:avLst/>
            <a:gdLst/>
            <a:ahLst/>
            <a:cxnLst/>
            <a:rect r="r" b="b" t="t" l="l"/>
            <a:pathLst>
              <a:path h="1148795" w="1148795">
                <a:moveTo>
                  <a:pt x="0" y="0"/>
                </a:moveTo>
                <a:lnTo>
                  <a:pt x="1148794" y="0"/>
                </a:lnTo>
                <a:lnTo>
                  <a:pt x="1148794" y="1148794"/>
                </a:lnTo>
                <a:lnTo>
                  <a:pt x="0" y="11487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C238"/>
        </a:solidFill>
      </p:bgPr>
    </p:bg>
    <p:spTree>
      <p:nvGrpSpPr>
        <p:cNvPr id="1" name=""/>
        <p:cNvGrpSpPr/>
        <p:nvPr/>
      </p:nvGrpSpPr>
      <p:grpSpPr>
        <a:xfrm>
          <a:off x="0" y="0"/>
          <a:ext cx="0" cy="0"/>
          <a:chOff x="0" y="0"/>
          <a:chExt cx="0" cy="0"/>
        </a:xfrm>
      </p:grpSpPr>
      <p:grpSp>
        <p:nvGrpSpPr>
          <p:cNvPr name="Group 2" id="2"/>
          <p:cNvGrpSpPr/>
          <p:nvPr/>
        </p:nvGrpSpPr>
        <p:grpSpPr>
          <a:xfrm rot="0">
            <a:off x="12716703" y="816168"/>
            <a:ext cx="5057872" cy="4184692"/>
            <a:chOff x="0" y="0"/>
            <a:chExt cx="1181832" cy="977803"/>
          </a:xfrm>
        </p:grpSpPr>
        <p:sp>
          <p:nvSpPr>
            <p:cNvPr name="Freeform 3" id="3"/>
            <p:cNvSpPr/>
            <p:nvPr/>
          </p:nvSpPr>
          <p:spPr>
            <a:xfrm flipH="false" flipV="false" rot="0">
              <a:off x="0" y="0"/>
              <a:ext cx="1181832" cy="977803"/>
            </a:xfrm>
            <a:custGeom>
              <a:avLst/>
              <a:gdLst/>
              <a:ahLst/>
              <a:cxnLst/>
              <a:rect r="r" b="b" t="t" l="l"/>
              <a:pathLst>
                <a:path h="977803" w="1181832">
                  <a:moveTo>
                    <a:pt x="24491" y="0"/>
                  </a:moveTo>
                  <a:lnTo>
                    <a:pt x="1157342" y="0"/>
                  </a:lnTo>
                  <a:cubicBezTo>
                    <a:pt x="1170867" y="0"/>
                    <a:pt x="1181832" y="10965"/>
                    <a:pt x="1181832" y="24491"/>
                  </a:cubicBezTo>
                  <a:lnTo>
                    <a:pt x="1181832" y="953313"/>
                  </a:lnTo>
                  <a:cubicBezTo>
                    <a:pt x="1181832" y="966838"/>
                    <a:pt x="1170867" y="977803"/>
                    <a:pt x="1157342" y="977803"/>
                  </a:cubicBezTo>
                  <a:lnTo>
                    <a:pt x="24491" y="977803"/>
                  </a:lnTo>
                  <a:cubicBezTo>
                    <a:pt x="17995" y="977803"/>
                    <a:pt x="11766" y="975223"/>
                    <a:pt x="7173" y="970630"/>
                  </a:cubicBezTo>
                  <a:cubicBezTo>
                    <a:pt x="2580" y="966037"/>
                    <a:pt x="0" y="959808"/>
                    <a:pt x="0" y="953313"/>
                  </a:cubicBezTo>
                  <a:lnTo>
                    <a:pt x="0" y="24491"/>
                  </a:lnTo>
                  <a:cubicBezTo>
                    <a:pt x="0" y="17995"/>
                    <a:pt x="2580" y="11766"/>
                    <a:pt x="7173" y="7173"/>
                  </a:cubicBezTo>
                  <a:cubicBezTo>
                    <a:pt x="11766" y="2580"/>
                    <a:pt x="17995" y="0"/>
                    <a:pt x="24491" y="0"/>
                  </a:cubicBezTo>
                  <a:close/>
                </a:path>
              </a:pathLst>
            </a:custGeom>
            <a:solidFill>
              <a:srgbClr val="FFFDF8"/>
            </a:solidFill>
            <a:ln cap="sq">
              <a:noFill/>
              <a:prstDash val="solid"/>
              <a:miter/>
            </a:ln>
          </p:spPr>
        </p:sp>
        <p:sp>
          <p:nvSpPr>
            <p:cNvPr name="TextBox 4" id="4"/>
            <p:cNvSpPr txBox="true"/>
            <p:nvPr/>
          </p:nvSpPr>
          <p:spPr>
            <a:xfrm>
              <a:off x="0" y="-38100"/>
              <a:ext cx="1181832" cy="1015903"/>
            </a:xfrm>
            <a:prstGeom prst="rect">
              <a:avLst/>
            </a:prstGeom>
          </p:spPr>
          <p:txBody>
            <a:bodyPr anchor="ctr" rtlCol="false" tIns="50800" lIns="50800" bIns="50800" rIns="50800"/>
            <a:lstStyle/>
            <a:p>
              <a:pPr algn="ctr">
                <a:lnSpc>
                  <a:spcPts val="2889"/>
                </a:lnSpc>
              </a:pPr>
            </a:p>
          </p:txBody>
        </p:sp>
      </p:grpSp>
      <p:sp>
        <p:nvSpPr>
          <p:cNvPr name="Freeform 5" id="5"/>
          <p:cNvSpPr/>
          <p:nvPr/>
        </p:nvSpPr>
        <p:spPr>
          <a:xfrm flipH="false" flipV="false" rot="5147340">
            <a:off x="12876051" y="5282575"/>
            <a:ext cx="8376514" cy="8376514"/>
          </a:xfrm>
          <a:custGeom>
            <a:avLst/>
            <a:gdLst/>
            <a:ahLst/>
            <a:cxnLst/>
            <a:rect r="r" b="b" t="t" l="l"/>
            <a:pathLst>
              <a:path h="8376514" w="8376514">
                <a:moveTo>
                  <a:pt x="0" y="0"/>
                </a:moveTo>
                <a:lnTo>
                  <a:pt x="8376514" y="0"/>
                </a:lnTo>
                <a:lnTo>
                  <a:pt x="8376514" y="8376514"/>
                </a:lnTo>
                <a:lnTo>
                  <a:pt x="0" y="8376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147340">
            <a:off x="-4516593" y="-5669343"/>
            <a:ext cx="8376514" cy="8376514"/>
          </a:xfrm>
          <a:custGeom>
            <a:avLst/>
            <a:gdLst/>
            <a:ahLst/>
            <a:cxnLst/>
            <a:rect r="r" b="b" t="t" l="l"/>
            <a:pathLst>
              <a:path h="8376514" w="8376514">
                <a:moveTo>
                  <a:pt x="0" y="0"/>
                </a:moveTo>
                <a:lnTo>
                  <a:pt x="8376514" y="0"/>
                </a:lnTo>
                <a:lnTo>
                  <a:pt x="8376514" y="8376514"/>
                </a:lnTo>
                <a:lnTo>
                  <a:pt x="0" y="8376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2716703" y="5286140"/>
            <a:ext cx="5057872" cy="4184692"/>
            <a:chOff x="0" y="0"/>
            <a:chExt cx="1181832" cy="977803"/>
          </a:xfrm>
        </p:grpSpPr>
        <p:sp>
          <p:nvSpPr>
            <p:cNvPr name="Freeform 8" id="8"/>
            <p:cNvSpPr/>
            <p:nvPr/>
          </p:nvSpPr>
          <p:spPr>
            <a:xfrm flipH="false" flipV="false" rot="0">
              <a:off x="0" y="0"/>
              <a:ext cx="1181832" cy="977803"/>
            </a:xfrm>
            <a:custGeom>
              <a:avLst/>
              <a:gdLst/>
              <a:ahLst/>
              <a:cxnLst/>
              <a:rect r="r" b="b" t="t" l="l"/>
              <a:pathLst>
                <a:path h="977803" w="1181832">
                  <a:moveTo>
                    <a:pt x="24491" y="0"/>
                  </a:moveTo>
                  <a:lnTo>
                    <a:pt x="1157342" y="0"/>
                  </a:lnTo>
                  <a:cubicBezTo>
                    <a:pt x="1170867" y="0"/>
                    <a:pt x="1181832" y="10965"/>
                    <a:pt x="1181832" y="24491"/>
                  </a:cubicBezTo>
                  <a:lnTo>
                    <a:pt x="1181832" y="953313"/>
                  </a:lnTo>
                  <a:cubicBezTo>
                    <a:pt x="1181832" y="966838"/>
                    <a:pt x="1170867" y="977803"/>
                    <a:pt x="1157342" y="977803"/>
                  </a:cubicBezTo>
                  <a:lnTo>
                    <a:pt x="24491" y="977803"/>
                  </a:lnTo>
                  <a:cubicBezTo>
                    <a:pt x="17995" y="977803"/>
                    <a:pt x="11766" y="975223"/>
                    <a:pt x="7173" y="970630"/>
                  </a:cubicBezTo>
                  <a:cubicBezTo>
                    <a:pt x="2580" y="966037"/>
                    <a:pt x="0" y="959808"/>
                    <a:pt x="0" y="953313"/>
                  </a:cubicBezTo>
                  <a:lnTo>
                    <a:pt x="0" y="24491"/>
                  </a:lnTo>
                  <a:cubicBezTo>
                    <a:pt x="0" y="17995"/>
                    <a:pt x="2580" y="11766"/>
                    <a:pt x="7173" y="7173"/>
                  </a:cubicBezTo>
                  <a:cubicBezTo>
                    <a:pt x="11766" y="2580"/>
                    <a:pt x="17995" y="0"/>
                    <a:pt x="24491" y="0"/>
                  </a:cubicBezTo>
                  <a:close/>
                </a:path>
              </a:pathLst>
            </a:custGeom>
            <a:solidFill>
              <a:srgbClr val="FFFDF8"/>
            </a:solidFill>
            <a:ln cap="sq">
              <a:noFill/>
              <a:prstDash val="solid"/>
              <a:miter/>
            </a:ln>
          </p:spPr>
        </p:sp>
        <p:sp>
          <p:nvSpPr>
            <p:cNvPr name="TextBox 9" id="9"/>
            <p:cNvSpPr txBox="true"/>
            <p:nvPr/>
          </p:nvSpPr>
          <p:spPr>
            <a:xfrm>
              <a:off x="0" y="-38100"/>
              <a:ext cx="1181832" cy="1015903"/>
            </a:xfrm>
            <a:prstGeom prst="rect">
              <a:avLst/>
            </a:prstGeom>
          </p:spPr>
          <p:txBody>
            <a:bodyPr anchor="ctr" rtlCol="false" tIns="50800" lIns="50800" bIns="50800" rIns="50800"/>
            <a:lstStyle/>
            <a:p>
              <a:pPr algn="ctr">
                <a:lnSpc>
                  <a:spcPts val="2889"/>
                </a:lnSpc>
              </a:pPr>
            </a:p>
          </p:txBody>
        </p:sp>
      </p:grpSp>
      <p:grpSp>
        <p:nvGrpSpPr>
          <p:cNvPr name="Group 10" id="10"/>
          <p:cNvGrpSpPr/>
          <p:nvPr/>
        </p:nvGrpSpPr>
        <p:grpSpPr>
          <a:xfrm rot="0">
            <a:off x="7331444" y="816168"/>
            <a:ext cx="5057872" cy="4184692"/>
            <a:chOff x="0" y="0"/>
            <a:chExt cx="1181832" cy="977803"/>
          </a:xfrm>
        </p:grpSpPr>
        <p:sp>
          <p:nvSpPr>
            <p:cNvPr name="Freeform 11" id="11"/>
            <p:cNvSpPr/>
            <p:nvPr/>
          </p:nvSpPr>
          <p:spPr>
            <a:xfrm flipH="false" flipV="false" rot="0">
              <a:off x="0" y="0"/>
              <a:ext cx="1181832" cy="977803"/>
            </a:xfrm>
            <a:custGeom>
              <a:avLst/>
              <a:gdLst/>
              <a:ahLst/>
              <a:cxnLst/>
              <a:rect r="r" b="b" t="t" l="l"/>
              <a:pathLst>
                <a:path h="977803" w="1181832">
                  <a:moveTo>
                    <a:pt x="24491" y="0"/>
                  </a:moveTo>
                  <a:lnTo>
                    <a:pt x="1157342" y="0"/>
                  </a:lnTo>
                  <a:cubicBezTo>
                    <a:pt x="1170867" y="0"/>
                    <a:pt x="1181832" y="10965"/>
                    <a:pt x="1181832" y="24491"/>
                  </a:cubicBezTo>
                  <a:lnTo>
                    <a:pt x="1181832" y="953313"/>
                  </a:lnTo>
                  <a:cubicBezTo>
                    <a:pt x="1181832" y="966838"/>
                    <a:pt x="1170867" y="977803"/>
                    <a:pt x="1157342" y="977803"/>
                  </a:cubicBezTo>
                  <a:lnTo>
                    <a:pt x="24491" y="977803"/>
                  </a:lnTo>
                  <a:cubicBezTo>
                    <a:pt x="17995" y="977803"/>
                    <a:pt x="11766" y="975223"/>
                    <a:pt x="7173" y="970630"/>
                  </a:cubicBezTo>
                  <a:cubicBezTo>
                    <a:pt x="2580" y="966037"/>
                    <a:pt x="0" y="959808"/>
                    <a:pt x="0" y="953313"/>
                  </a:cubicBezTo>
                  <a:lnTo>
                    <a:pt x="0" y="24491"/>
                  </a:lnTo>
                  <a:cubicBezTo>
                    <a:pt x="0" y="17995"/>
                    <a:pt x="2580" y="11766"/>
                    <a:pt x="7173" y="7173"/>
                  </a:cubicBezTo>
                  <a:cubicBezTo>
                    <a:pt x="11766" y="2580"/>
                    <a:pt x="17995" y="0"/>
                    <a:pt x="24491" y="0"/>
                  </a:cubicBezTo>
                  <a:close/>
                </a:path>
              </a:pathLst>
            </a:custGeom>
            <a:solidFill>
              <a:srgbClr val="FFFDF8"/>
            </a:solidFill>
            <a:ln cap="sq">
              <a:noFill/>
              <a:prstDash val="solid"/>
              <a:miter/>
            </a:ln>
          </p:spPr>
        </p:sp>
        <p:sp>
          <p:nvSpPr>
            <p:cNvPr name="TextBox 12" id="12"/>
            <p:cNvSpPr txBox="true"/>
            <p:nvPr/>
          </p:nvSpPr>
          <p:spPr>
            <a:xfrm>
              <a:off x="0" y="-38100"/>
              <a:ext cx="1181832" cy="1015903"/>
            </a:xfrm>
            <a:prstGeom prst="rect">
              <a:avLst/>
            </a:prstGeom>
          </p:spPr>
          <p:txBody>
            <a:bodyPr anchor="ctr" rtlCol="false" tIns="50800" lIns="50800" bIns="50800" rIns="50800"/>
            <a:lstStyle/>
            <a:p>
              <a:pPr algn="ctr">
                <a:lnSpc>
                  <a:spcPts val="2889"/>
                </a:lnSpc>
              </a:pPr>
            </a:p>
          </p:txBody>
        </p:sp>
      </p:grpSp>
      <p:grpSp>
        <p:nvGrpSpPr>
          <p:cNvPr name="Group 13" id="13"/>
          <p:cNvGrpSpPr/>
          <p:nvPr/>
        </p:nvGrpSpPr>
        <p:grpSpPr>
          <a:xfrm rot="0">
            <a:off x="7331444" y="5286140"/>
            <a:ext cx="5057872" cy="4184692"/>
            <a:chOff x="0" y="0"/>
            <a:chExt cx="1181832" cy="977803"/>
          </a:xfrm>
        </p:grpSpPr>
        <p:sp>
          <p:nvSpPr>
            <p:cNvPr name="Freeform 14" id="14"/>
            <p:cNvSpPr/>
            <p:nvPr/>
          </p:nvSpPr>
          <p:spPr>
            <a:xfrm flipH="false" flipV="false" rot="0">
              <a:off x="0" y="0"/>
              <a:ext cx="1181832" cy="977803"/>
            </a:xfrm>
            <a:custGeom>
              <a:avLst/>
              <a:gdLst/>
              <a:ahLst/>
              <a:cxnLst/>
              <a:rect r="r" b="b" t="t" l="l"/>
              <a:pathLst>
                <a:path h="977803" w="1181832">
                  <a:moveTo>
                    <a:pt x="24491" y="0"/>
                  </a:moveTo>
                  <a:lnTo>
                    <a:pt x="1157342" y="0"/>
                  </a:lnTo>
                  <a:cubicBezTo>
                    <a:pt x="1170867" y="0"/>
                    <a:pt x="1181832" y="10965"/>
                    <a:pt x="1181832" y="24491"/>
                  </a:cubicBezTo>
                  <a:lnTo>
                    <a:pt x="1181832" y="953313"/>
                  </a:lnTo>
                  <a:cubicBezTo>
                    <a:pt x="1181832" y="966838"/>
                    <a:pt x="1170867" y="977803"/>
                    <a:pt x="1157342" y="977803"/>
                  </a:cubicBezTo>
                  <a:lnTo>
                    <a:pt x="24491" y="977803"/>
                  </a:lnTo>
                  <a:cubicBezTo>
                    <a:pt x="17995" y="977803"/>
                    <a:pt x="11766" y="975223"/>
                    <a:pt x="7173" y="970630"/>
                  </a:cubicBezTo>
                  <a:cubicBezTo>
                    <a:pt x="2580" y="966037"/>
                    <a:pt x="0" y="959808"/>
                    <a:pt x="0" y="953313"/>
                  </a:cubicBezTo>
                  <a:lnTo>
                    <a:pt x="0" y="24491"/>
                  </a:lnTo>
                  <a:cubicBezTo>
                    <a:pt x="0" y="17995"/>
                    <a:pt x="2580" y="11766"/>
                    <a:pt x="7173" y="7173"/>
                  </a:cubicBezTo>
                  <a:cubicBezTo>
                    <a:pt x="11766" y="2580"/>
                    <a:pt x="17995" y="0"/>
                    <a:pt x="24491" y="0"/>
                  </a:cubicBezTo>
                  <a:close/>
                </a:path>
              </a:pathLst>
            </a:custGeom>
            <a:solidFill>
              <a:srgbClr val="FFFDF8"/>
            </a:solidFill>
            <a:ln cap="sq">
              <a:noFill/>
              <a:prstDash val="solid"/>
              <a:miter/>
            </a:ln>
          </p:spPr>
        </p:sp>
        <p:sp>
          <p:nvSpPr>
            <p:cNvPr name="TextBox 15" id="15"/>
            <p:cNvSpPr txBox="true"/>
            <p:nvPr/>
          </p:nvSpPr>
          <p:spPr>
            <a:xfrm>
              <a:off x="0" y="-38100"/>
              <a:ext cx="1181832" cy="1015903"/>
            </a:xfrm>
            <a:prstGeom prst="rect">
              <a:avLst/>
            </a:prstGeom>
          </p:spPr>
          <p:txBody>
            <a:bodyPr anchor="ctr" rtlCol="false" tIns="50800" lIns="50800" bIns="50800" rIns="50800"/>
            <a:lstStyle/>
            <a:p>
              <a:pPr algn="ctr">
                <a:lnSpc>
                  <a:spcPts val="2889"/>
                </a:lnSpc>
              </a:pPr>
            </a:p>
          </p:txBody>
        </p:sp>
      </p:grpSp>
      <p:grpSp>
        <p:nvGrpSpPr>
          <p:cNvPr name="Group 16" id="16"/>
          <p:cNvGrpSpPr/>
          <p:nvPr/>
        </p:nvGrpSpPr>
        <p:grpSpPr>
          <a:xfrm rot="0">
            <a:off x="513425" y="2908514"/>
            <a:ext cx="6494169" cy="6562318"/>
            <a:chOff x="0" y="0"/>
            <a:chExt cx="1675935" cy="1693522"/>
          </a:xfrm>
        </p:grpSpPr>
        <p:sp>
          <p:nvSpPr>
            <p:cNvPr name="Freeform 17" id="17"/>
            <p:cNvSpPr/>
            <p:nvPr/>
          </p:nvSpPr>
          <p:spPr>
            <a:xfrm flipH="false" flipV="false" rot="0">
              <a:off x="0" y="0"/>
              <a:ext cx="1675935" cy="1693522"/>
            </a:xfrm>
            <a:custGeom>
              <a:avLst/>
              <a:gdLst/>
              <a:ahLst/>
              <a:cxnLst/>
              <a:rect r="r" b="b" t="t" l="l"/>
              <a:pathLst>
                <a:path h="1693522" w="1675935">
                  <a:moveTo>
                    <a:pt x="19074" y="0"/>
                  </a:moveTo>
                  <a:lnTo>
                    <a:pt x="1656860" y="0"/>
                  </a:lnTo>
                  <a:cubicBezTo>
                    <a:pt x="1661919" y="0"/>
                    <a:pt x="1666771" y="2010"/>
                    <a:pt x="1670348" y="5587"/>
                  </a:cubicBezTo>
                  <a:cubicBezTo>
                    <a:pt x="1673925" y="9164"/>
                    <a:pt x="1675935" y="14015"/>
                    <a:pt x="1675935" y="19074"/>
                  </a:cubicBezTo>
                  <a:lnTo>
                    <a:pt x="1675935" y="1674447"/>
                  </a:lnTo>
                  <a:cubicBezTo>
                    <a:pt x="1675935" y="1679506"/>
                    <a:pt x="1673925" y="1684358"/>
                    <a:pt x="1670348" y="1687935"/>
                  </a:cubicBezTo>
                  <a:cubicBezTo>
                    <a:pt x="1666771" y="1691512"/>
                    <a:pt x="1661919" y="1693522"/>
                    <a:pt x="1656860" y="1693522"/>
                  </a:cubicBezTo>
                  <a:lnTo>
                    <a:pt x="19074" y="1693522"/>
                  </a:lnTo>
                  <a:cubicBezTo>
                    <a:pt x="14015" y="1693522"/>
                    <a:pt x="9164" y="1691512"/>
                    <a:pt x="5587" y="1687935"/>
                  </a:cubicBezTo>
                  <a:cubicBezTo>
                    <a:pt x="2010" y="1684358"/>
                    <a:pt x="0" y="1679506"/>
                    <a:pt x="0" y="1674447"/>
                  </a:cubicBezTo>
                  <a:lnTo>
                    <a:pt x="0" y="19074"/>
                  </a:lnTo>
                  <a:cubicBezTo>
                    <a:pt x="0" y="14015"/>
                    <a:pt x="2010" y="9164"/>
                    <a:pt x="5587" y="5587"/>
                  </a:cubicBezTo>
                  <a:cubicBezTo>
                    <a:pt x="9164" y="2010"/>
                    <a:pt x="14015" y="0"/>
                    <a:pt x="19074" y="0"/>
                  </a:cubicBezTo>
                  <a:close/>
                </a:path>
              </a:pathLst>
            </a:custGeom>
            <a:solidFill>
              <a:srgbClr val="FFFDF8"/>
            </a:solidFill>
            <a:ln w="38100" cap="sq">
              <a:solidFill>
                <a:srgbClr val="F8C238"/>
              </a:solidFill>
              <a:prstDash val="solid"/>
              <a:miter/>
            </a:ln>
          </p:spPr>
        </p:sp>
        <p:sp>
          <p:nvSpPr>
            <p:cNvPr name="TextBox 18" id="18"/>
            <p:cNvSpPr txBox="true"/>
            <p:nvPr/>
          </p:nvSpPr>
          <p:spPr>
            <a:xfrm>
              <a:off x="0" y="-38100"/>
              <a:ext cx="1675935" cy="1731622"/>
            </a:xfrm>
            <a:prstGeom prst="rect">
              <a:avLst/>
            </a:prstGeom>
          </p:spPr>
          <p:txBody>
            <a:bodyPr anchor="ctr" rtlCol="false" tIns="50800" lIns="50800" bIns="50800" rIns="50800"/>
            <a:lstStyle/>
            <a:p>
              <a:pPr algn="ctr">
                <a:lnSpc>
                  <a:spcPts val="2889"/>
                </a:lnSpc>
              </a:pPr>
            </a:p>
          </p:txBody>
        </p:sp>
      </p:grpSp>
      <p:grpSp>
        <p:nvGrpSpPr>
          <p:cNvPr name="Group 19" id="19"/>
          <p:cNvGrpSpPr/>
          <p:nvPr/>
        </p:nvGrpSpPr>
        <p:grpSpPr>
          <a:xfrm rot="0">
            <a:off x="513425" y="816168"/>
            <a:ext cx="6494169" cy="1890909"/>
            <a:chOff x="0" y="0"/>
            <a:chExt cx="1675935" cy="487982"/>
          </a:xfrm>
        </p:grpSpPr>
        <p:sp>
          <p:nvSpPr>
            <p:cNvPr name="Freeform 20" id="20"/>
            <p:cNvSpPr/>
            <p:nvPr/>
          </p:nvSpPr>
          <p:spPr>
            <a:xfrm flipH="false" flipV="false" rot="0">
              <a:off x="0" y="0"/>
              <a:ext cx="1675935" cy="487982"/>
            </a:xfrm>
            <a:custGeom>
              <a:avLst/>
              <a:gdLst/>
              <a:ahLst/>
              <a:cxnLst/>
              <a:rect r="r" b="b" t="t" l="l"/>
              <a:pathLst>
                <a:path h="487982" w="1675935">
                  <a:moveTo>
                    <a:pt x="19074" y="0"/>
                  </a:moveTo>
                  <a:lnTo>
                    <a:pt x="1656860" y="0"/>
                  </a:lnTo>
                  <a:cubicBezTo>
                    <a:pt x="1661919" y="0"/>
                    <a:pt x="1666771" y="2010"/>
                    <a:pt x="1670348" y="5587"/>
                  </a:cubicBezTo>
                  <a:cubicBezTo>
                    <a:pt x="1673925" y="9164"/>
                    <a:pt x="1675935" y="14015"/>
                    <a:pt x="1675935" y="19074"/>
                  </a:cubicBezTo>
                  <a:lnTo>
                    <a:pt x="1675935" y="468908"/>
                  </a:lnTo>
                  <a:cubicBezTo>
                    <a:pt x="1675935" y="473967"/>
                    <a:pt x="1673925" y="478818"/>
                    <a:pt x="1670348" y="482396"/>
                  </a:cubicBezTo>
                  <a:cubicBezTo>
                    <a:pt x="1666771" y="485973"/>
                    <a:pt x="1661919" y="487982"/>
                    <a:pt x="1656860" y="487982"/>
                  </a:cubicBezTo>
                  <a:lnTo>
                    <a:pt x="19074" y="487982"/>
                  </a:lnTo>
                  <a:cubicBezTo>
                    <a:pt x="14015" y="487982"/>
                    <a:pt x="9164" y="485973"/>
                    <a:pt x="5587" y="482396"/>
                  </a:cubicBezTo>
                  <a:cubicBezTo>
                    <a:pt x="2010" y="478818"/>
                    <a:pt x="0" y="473967"/>
                    <a:pt x="0" y="468908"/>
                  </a:cubicBezTo>
                  <a:lnTo>
                    <a:pt x="0" y="19074"/>
                  </a:lnTo>
                  <a:cubicBezTo>
                    <a:pt x="0" y="14015"/>
                    <a:pt x="2010" y="9164"/>
                    <a:pt x="5587" y="5587"/>
                  </a:cubicBezTo>
                  <a:cubicBezTo>
                    <a:pt x="9164" y="2010"/>
                    <a:pt x="14015" y="0"/>
                    <a:pt x="19074" y="0"/>
                  </a:cubicBezTo>
                  <a:close/>
                </a:path>
              </a:pathLst>
            </a:custGeom>
            <a:solidFill>
              <a:srgbClr val="000000"/>
            </a:solidFill>
            <a:ln w="38100" cap="sq">
              <a:solidFill>
                <a:srgbClr val="F8C238"/>
              </a:solidFill>
              <a:prstDash val="solid"/>
              <a:miter/>
            </a:ln>
          </p:spPr>
        </p:sp>
        <p:sp>
          <p:nvSpPr>
            <p:cNvPr name="TextBox 21" id="21"/>
            <p:cNvSpPr txBox="true"/>
            <p:nvPr/>
          </p:nvSpPr>
          <p:spPr>
            <a:xfrm>
              <a:off x="0" y="-38100"/>
              <a:ext cx="1675935" cy="526082"/>
            </a:xfrm>
            <a:prstGeom prst="rect">
              <a:avLst/>
            </a:prstGeom>
          </p:spPr>
          <p:txBody>
            <a:bodyPr anchor="ctr" rtlCol="false" tIns="50800" lIns="50800" bIns="50800" rIns="50800"/>
            <a:lstStyle/>
            <a:p>
              <a:pPr algn="ctr">
                <a:lnSpc>
                  <a:spcPts val="2889"/>
                </a:lnSpc>
              </a:pPr>
            </a:p>
          </p:txBody>
        </p:sp>
      </p:grpSp>
      <p:sp>
        <p:nvSpPr>
          <p:cNvPr name="TextBox 22" id="22"/>
          <p:cNvSpPr txBox="true"/>
          <p:nvPr/>
        </p:nvSpPr>
        <p:spPr>
          <a:xfrm rot="0">
            <a:off x="780749" y="1398544"/>
            <a:ext cx="5959521" cy="858406"/>
          </a:xfrm>
          <a:prstGeom prst="rect">
            <a:avLst/>
          </a:prstGeom>
        </p:spPr>
        <p:txBody>
          <a:bodyPr anchor="t" rtlCol="false" tIns="0" lIns="0" bIns="0" rIns="0">
            <a:spAutoFit/>
          </a:bodyPr>
          <a:lstStyle/>
          <a:p>
            <a:pPr algn="ctr">
              <a:lnSpc>
                <a:spcPts val="6327"/>
              </a:lnSpc>
            </a:pPr>
            <a:r>
              <a:rPr lang="en-US" sz="7030" b="true">
                <a:solidFill>
                  <a:srgbClr val="F8C238"/>
                </a:solidFill>
                <a:latin typeface="Helvetica Now Display Heavy"/>
                <a:ea typeface="Helvetica Now Display Heavy"/>
                <a:cs typeface="Helvetica Now Display Heavy"/>
                <a:sym typeface="Helvetica Now Display Heavy"/>
              </a:rPr>
              <a:t>Action item</a:t>
            </a:r>
          </a:p>
        </p:txBody>
      </p:sp>
      <p:sp>
        <p:nvSpPr>
          <p:cNvPr name="Freeform 23" id="23"/>
          <p:cNvSpPr/>
          <p:nvPr/>
        </p:nvSpPr>
        <p:spPr>
          <a:xfrm flipH="false" flipV="false" rot="0">
            <a:off x="1108902" y="3451081"/>
            <a:ext cx="895885" cy="895885"/>
          </a:xfrm>
          <a:custGeom>
            <a:avLst/>
            <a:gdLst/>
            <a:ahLst/>
            <a:cxnLst/>
            <a:rect r="r" b="b" t="t" l="l"/>
            <a:pathLst>
              <a:path h="895885" w="895885">
                <a:moveTo>
                  <a:pt x="0" y="0"/>
                </a:moveTo>
                <a:lnTo>
                  <a:pt x="895885" y="0"/>
                </a:lnTo>
                <a:lnTo>
                  <a:pt x="895885" y="895884"/>
                </a:lnTo>
                <a:lnTo>
                  <a:pt x="0" y="8958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108902" y="6397997"/>
            <a:ext cx="895885" cy="895885"/>
          </a:xfrm>
          <a:custGeom>
            <a:avLst/>
            <a:gdLst/>
            <a:ahLst/>
            <a:cxnLst/>
            <a:rect r="r" b="b" t="t" l="l"/>
            <a:pathLst>
              <a:path h="895885" w="895885">
                <a:moveTo>
                  <a:pt x="0" y="0"/>
                </a:moveTo>
                <a:lnTo>
                  <a:pt x="895885" y="0"/>
                </a:lnTo>
                <a:lnTo>
                  <a:pt x="895885" y="895885"/>
                </a:lnTo>
                <a:lnTo>
                  <a:pt x="0" y="895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2211149" y="7799312"/>
            <a:ext cx="1128953" cy="1128953"/>
          </a:xfrm>
          <a:custGeom>
            <a:avLst/>
            <a:gdLst/>
            <a:ahLst/>
            <a:cxnLst/>
            <a:rect r="r" b="b" t="t" l="l"/>
            <a:pathLst>
              <a:path h="1128953" w="1128953">
                <a:moveTo>
                  <a:pt x="0" y="0"/>
                </a:moveTo>
                <a:lnTo>
                  <a:pt x="1128953" y="0"/>
                </a:lnTo>
                <a:lnTo>
                  <a:pt x="1128953" y="1128953"/>
                </a:lnTo>
                <a:lnTo>
                  <a:pt x="0" y="11289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3591679" y="7799312"/>
            <a:ext cx="1128953" cy="1128953"/>
          </a:xfrm>
          <a:custGeom>
            <a:avLst/>
            <a:gdLst/>
            <a:ahLst/>
            <a:cxnLst/>
            <a:rect r="r" b="b" t="t" l="l"/>
            <a:pathLst>
              <a:path h="1128953" w="1128953">
                <a:moveTo>
                  <a:pt x="0" y="0"/>
                </a:moveTo>
                <a:lnTo>
                  <a:pt x="1128953" y="0"/>
                </a:lnTo>
                <a:lnTo>
                  <a:pt x="1128953" y="1128953"/>
                </a:lnTo>
                <a:lnTo>
                  <a:pt x="0" y="11289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7" id="27"/>
          <p:cNvGrpSpPr/>
          <p:nvPr/>
        </p:nvGrpSpPr>
        <p:grpSpPr>
          <a:xfrm rot="0">
            <a:off x="2140614" y="7743978"/>
            <a:ext cx="1157239" cy="115723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5031" r="0" b="-32189"/>
              </a:stretch>
            </a:blipFill>
            <a:ln w="57150" cap="sq">
              <a:solidFill>
                <a:srgbClr val="000000"/>
              </a:solidFill>
              <a:prstDash val="solid"/>
              <a:miter/>
            </a:ln>
          </p:spPr>
        </p:sp>
      </p:grpSp>
      <p:grpSp>
        <p:nvGrpSpPr>
          <p:cNvPr name="Group 29" id="29"/>
          <p:cNvGrpSpPr/>
          <p:nvPr/>
        </p:nvGrpSpPr>
        <p:grpSpPr>
          <a:xfrm rot="0">
            <a:off x="3521144" y="7743978"/>
            <a:ext cx="1157239" cy="115723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6490" t="-8805" r="-87806" b="-121011"/>
              </a:stretch>
            </a:blipFill>
            <a:ln w="57150" cap="sq">
              <a:solidFill>
                <a:srgbClr val="000000"/>
              </a:solidFill>
              <a:prstDash val="solid"/>
              <a:miter/>
            </a:ln>
          </p:spPr>
        </p:sp>
      </p:grpSp>
      <p:sp>
        <p:nvSpPr>
          <p:cNvPr name="Freeform 31" id="31"/>
          <p:cNvSpPr/>
          <p:nvPr/>
        </p:nvSpPr>
        <p:spPr>
          <a:xfrm flipH="false" flipV="false" rot="0">
            <a:off x="5012274" y="7799312"/>
            <a:ext cx="1128953" cy="1128953"/>
          </a:xfrm>
          <a:custGeom>
            <a:avLst/>
            <a:gdLst/>
            <a:ahLst/>
            <a:cxnLst/>
            <a:rect r="r" b="b" t="t" l="l"/>
            <a:pathLst>
              <a:path h="1128953" w="1128953">
                <a:moveTo>
                  <a:pt x="0" y="0"/>
                </a:moveTo>
                <a:lnTo>
                  <a:pt x="1128954" y="0"/>
                </a:lnTo>
                <a:lnTo>
                  <a:pt x="1128954" y="1128953"/>
                </a:lnTo>
                <a:lnTo>
                  <a:pt x="0" y="11289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0">
            <a:off x="14121379" y="2752250"/>
            <a:ext cx="1345533" cy="1345533"/>
          </a:xfrm>
          <a:custGeom>
            <a:avLst/>
            <a:gdLst/>
            <a:ahLst/>
            <a:cxnLst/>
            <a:rect r="r" b="b" t="t" l="l"/>
            <a:pathLst>
              <a:path h="1345533" w="1345533">
                <a:moveTo>
                  <a:pt x="0" y="0"/>
                </a:moveTo>
                <a:lnTo>
                  <a:pt x="1345533" y="0"/>
                </a:lnTo>
                <a:lnTo>
                  <a:pt x="1345533" y="1345533"/>
                </a:lnTo>
                <a:lnTo>
                  <a:pt x="0" y="13455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3" id="33"/>
          <p:cNvGrpSpPr/>
          <p:nvPr/>
        </p:nvGrpSpPr>
        <p:grpSpPr>
          <a:xfrm rot="0">
            <a:off x="4941739" y="7743978"/>
            <a:ext cx="1157239" cy="115723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9483" t="0" r="-33116" b="-23847"/>
              </a:stretch>
            </a:blipFill>
            <a:ln w="57150" cap="sq">
              <a:solidFill>
                <a:srgbClr val="000000"/>
              </a:solidFill>
              <a:prstDash val="solid"/>
              <a:miter/>
            </a:ln>
          </p:spPr>
        </p:sp>
      </p:grpSp>
      <p:grpSp>
        <p:nvGrpSpPr>
          <p:cNvPr name="Group 35" id="35"/>
          <p:cNvGrpSpPr/>
          <p:nvPr/>
        </p:nvGrpSpPr>
        <p:grpSpPr>
          <a:xfrm rot="0">
            <a:off x="14037312" y="2686301"/>
            <a:ext cx="1379246" cy="1379246"/>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9483" t="0" r="-33116" b="-23847"/>
              </a:stretch>
            </a:blipFill>
            <a:ln w="57150" cap="sq">
              <a:solidFill>
                <a:srgbClr val="000000"/>
              </a:solidFill>
              <a:prstDash val="solid"/>
              <a:miter/>
            </a:ln>
          </p:spPr>
        </p:sp>
      </p:grpSp>
      <p:sp>
        <p:nvSpPr>
          <p:cNvPr name="TextBox 37" id="37"/>
          <p:cNvSpPr txBox="true"/>
          <p:nvPr/>
        </p:nvSpPr>
        <p:spPr>
          <a:xfrm rot="0">
            <a:off x="2199187" y="3699052"/>
            <a:ext cx="4212931" cy="361842"/>
          </a:xfrm>
          <a:prstGeom prst="rect">
            <a:avLst/>
          </a:prstGeom>
        </p:spPr>
        <p:txBody>
          <a:bodyPr anchor="t" rtlCol="false" tIns="0" lIns="0" bIns="0" rIns="0">
            <a:spAutoFit/>
          </a:bodyPr>
          <a:lstStyle/>
          <a:p>
            <a:pPr algn="l">
              <a:lnSpc>
                <a:spcPts val="2991"/>
              </a:lnSpc>
            </a:pPr>
            <a:r>
              <a:rPr lang="en-US" sz="2137" b="true">
                <a:solidFill>
                  <a:srgbClr val="000000"/>
                </a:solidFill>
                <a:latin typeface="Helvetica Now Display Bold"/>
                <a:ea typeface="Helvetica Now Display Bold"/>
                <a:cs typeface="Helvetica Now Display Bold"/>
                <a:sym typeface="Helvetica Now Display Bold"/>
              </a:rPr>
              <a:t>Write action items in the boxes.</a:t>
            </a:r>
          </a:p>
        </p:txBody>
      </p:sp>
      <p:sp>
        <p:nvSpPr>
          <p:cNvPr name="TextBox 38" id="38"/>
          <p:cNvSpPr txBox="true"/>
          <p:nvPr/>
        </p:nvSpPr>
        <p:spPr>
          <a:xfrm rot="0">
            <a:off x="2199187" y="6508670"/>
            <a:ext cx="4212931" cy="739864"/>
          </a:xfrm>
          <a:prstGeom prst="rect">
            <a:avLst/>
          </a:prstGeom>
        </p:spPr>
        <p:txBody>
          <a:bodyPr anchor="t" rtlCol="false" tIns="0" lIns="0" bIns="0" rIns="0">
            <a:spAutoFit/>
          </a:bodyPr>
          <a:lstStyle/>
          <a:p>
            <a:pPr algn="l">
              <a:lnSpc>
                <a:spcPts val="2991"/>
              </a:lnSpc>
            </a:pPr>
            <a:r>
              <a:rPr lang="en-US" sz="2137" spc="-21" b="true">
                <a:solidFill>
                  <a:srgbClr val="000000"/>
                </a:solidFill>
                <a:latin typeface="Helvetica Now Display Bold"/>
                <a:ea typeface="Helvetica Now Display Bold"/>
                <a:cs typeface="Helvetica Now Display Bold"/>
                <a:sym typeface="Helvetica Now Display Bold"/>
              </a:rPr>
              <a:t>Drag your photo under the</a:t>
            </a:r>
          </a:p>
          <a:p>
            <a:pPr algn="l">
              <a:lnSpc>
                <a:spcPts val="2991"/>
              </a:lnSpc>
            </a:pPr>
            <a:r>
              <a:rPr lang="en-US" sz="2137" spc="-21" b="true">
                <a:solidFill>
                  <a:srgbClr val="000000"/>
                </a:solidFill>
                <a:latin typeface="Helvetica Now Display Bold"/>
                <a:ea typeface="Helvetica Now Display Bold"/>
                <a:cs typeface="Helvetica Now Display Bold"/>
                <a:sym typeface="Helvetica Now Display Bold"/>
              </a:rPr>
              <a:t>action item you want to own.</a:t>
            </a:r>
          </a:p>
        </p:txBody>
      </p:sp>
      <p:sp>
        <p:nvSpPr>
          <p:cNvPr name="TextBox 39" id="39"/>
          <p:cNvSpPr txBox="true"/>
          <p:nvPr/>
        </p:nvSpPr>
        <p:spPr>
          <a:xfrm rot="0">
            <a:off x="7690899" y="1065230"/>
            <a:ext cx="1868682" cy="414922"/>
          </a:xfrm>
          <a:prstGeom prst="rect">
            <a:avLst/>
          </a:prstGeom>
        </p:spPr>
        <p:txBody>
          <a:bodyPr anchor="t" rtlCol="false" tIns="0" lIns="0" bIns="0" rIns="0">
            <a:spAutoFit/>
          </a:bodyPr>
          <a:lstStyle/>
          <a:p>
            <a:pPr algn="l">
              <a:lnSpc>
                <a:spcPts val="3425"/>
              </a:lnSpc>
            </a:pPr>
            <a:r>
              <a:rPr lang="en-US" sz="2446" b="true">
                <a:solidFill>
                  <a:srgbClr val="000000"/>
                </a:solidFill>
                <a:latin typeface="Helvetica Now Display Bold"/>
                <a:ea typeface="Helvetica Now Display Bold"/>
                <a:cs typeface="Helvetica Now Display Bold"/>
                <a:sym typeface="Helvetica Now Display Bold"/>
              </a:rPr>
              <a:t>Action 1</a:t>
            </a:r>
          </a:p>
        </p:txBody>
      </p:sp>
      <p:sp>
        <p:nvSpPr>
          <p:cNvPr name="TextBox 40" id="40"/>
          <p:cNvSpPr txBox="true"/>
          <p:nvPr/>
        </p:nvSpPr>
        <p:spPr>
          <a:xfrm rot="0">
            <a:off x="13075770" y="1065230"/>
            <a:ext cx="1868682" cy="414922"/>
          </a:xfrm>
          <a:prstGeom prst="rect">
            <a:avLst/>
          </a:prstGeom>
        </p:spPr>
        <p:txBody>
          <a:bodyPr anchor="t" rtlCol="false" tIns="0" lIns="0" bIns="0" rIns="0">
            <a:spAutoFit/>
          </a:bodyPr>
          <a:lstStyle/>
          <a:p>
            <a:pPr algn="l">
              <a:lnSpc>
                <a:spcPts val="3425"/>
              </a:lnSpc>
            </a:pPr>
            <a:r>
              <a:rPr lang="en-US" sz="2446" b="true">
                <a:solidFill>
                  <a:srgbClr val="000000"/>
                </a:solidFill>
                <a:latin typeface="Helvetica Now Display Bold"/>
                <a:ea typeface="Helvetica Now Display Bold"/>
                <a:cs typeface="Helvetica Now Display Bold"/>
                <a:sym typeface="Helvetica Now Display Bold"/>
              </a:rPr>
              <a:t>Action 2</a:t>
            </a:r>
          </a:p>
        </p:txBody>
      </p:sp>
      <p:sp>
        <p:nvSpPr>
          <p:cNvPr name="TextBox 41" id="41"/>
          <p:cNvSpPr txBox="true"/>
          <p:nvPr/>
        </p:nvSpPr>
        <p:spPr>
          <a:xfrm rot="0">
            <a:off x="7690899" y="5554059"/>
            <a:ext cx="1868682" cy="414922"/>
          </a:xfrm>
          <a:prstGeom prst="rect">
            <a:avLst/>
          </a:prstGeom>
        </p:spPr>
        <p:txBody>
          <a:bodyPr anchor="t" rtlCol="false" tIns="0" lIns="0" bIns="0" rIns="0">
            <a:spAutoFit/>
          </a:bodyPr>
          <a:lstStyle/>
          <a:p>
            <a:pPr algn="l">
              <a:lnSpc>
                <a:spcPts val="3425"/>
              </a:lnSpc>
            </a:pPr>
            <a:r>
              <a:rPr lang="en-US" sz="2446" b="true">
                <a:solidFill>
                  <a:srgbClr val="000000"/>
                </a:solidFill>
                <a:latin typeface="Helvetica Now Display Bold"/>
                <a:ea typeface="Helvetica Now Display Bold"/>
                <a:cs typeface="Helvetica Now Display Bold"/>
                <a:sym typeface="Helvetica Now Display Bold"/>
              </a:rPr>
              <a:t>Action 3</a:t>
            </a:r>
          </a:p>
        </p:txBody>
      </p:sp>
      <p:sp>
        <p:nvSpPr>
          <p:cNvPr name="TextBox 42" id="42"/>
          <p:cNvSpPr txBox="true"/>
          <p:nvPr/>
        </p:nvSpPr>
        <p:spPr>
          <a:xfrm rot="0">
            <a:off x="13075770" y="5554059"/>
            <a:ext cx="1868682" cy="414922"/>
          </a:xfrm>
          <a:prstGeom prst="rect">
            <a:avLst/>
          </a:prstGeom>
        </p:spPr>
        <p:txBody>
          <a:bodyPr anchor="t" rtlCol="false" tIns="0" lIns="0" bIns="0" rIns="0">
            <a:spAutoFit/>
          </a:bodyPr>
          <a:lstStyle/>
          <a:p>
            <a:pPr algn="l">
              <a:lnSpc>
                <a:spcPts val="3425"/>
              </a:lnSpc>
            </a:pPr>
            <a:r>
              <a:rPr lang="en-US" sz="2446" b="true">
                <a:solidFill>
                  <a:srgbClr val="000000"/>
                </a:solidFill>
                <a:latin typeface="Helvetica Now Display Bold"/>
                <a:ea typeface="Helvetica Now Display Bold"/>
                <a:cs typeface="Helvetica Now Display Bold"/>
                <a:sym typeface="Helvetica Now Display Bold"/>
              </a:rPr>
              <a:t>Action 4</a:t>
            </a:r>
          </a:p>
        </p:txBody>
      </p:sp>
      <p:sp>
        <p:nvSpPr>
          <p:cNvPr name="Freeform 43" id="43"/>
          <p:cNvSpPr/>
          <p:nvPr/>
        </p:nvSpPr>
        <p:spPr>
          <a:xfrm flipH="false" flipV="false" rot="0">
            <a:off x="2199187" y="4346691"/>
            <a:ext cx="1414409" cy="1473343"/>
          </a:xfrm>
          <a:custGeom>
            <a:avLst/>
            <a:gdLst/>
            <a:ahLst/>
            <a:cxnLst/>
            <a:rect r="r" b="b" t="t" l="l"/>
            <a:pathLst>
              <a:path h="1473343" w="1414409">
                <a:moveTo>
                  <a:pt x="0" y="0"/>
                </a:moveTo>
                <a:lnTo>
                  <a:pt x="1414409" y="0"/>
                </a:lnTo>
                <a:lnTo>
                  <a:pt x="1414409" y="1473343"/>
                </a:lnTo>
                <a:lnTo>
                  <a:pt x="0" y="1473343"/>
                </a:lnTo>
                <a:lnTo>
                  <a:pt x="0" y="0"/>
                </a:lnTo>
                <a:close/>
              </a:path>
            </a:pathLst>
          </a:custGeom>
          <a:blipFill>
            <a:blip r:embed="rId13"/>
            <a:stretch>
              <a:fillRect l="0" t="0" r="0" b="0"/>
            </a:stretch>
          </a:blipFill>
        </p:spPr>
      </p:sp>
      <p:sp>
        <p:nvSpPr>
          <p:cNvPr name="Freeform 44" id="44"/>
          <p:cNvSpPr/>
          <p:nvPr/>
        </p:nvSpPr>
        <p:spPr>
          <a:xfrm flipH="false" flipV="false" rot="0">
            <a:off x="3842062" y="4346691"/>
            <a:ext cx="1395993" cy="1473343"/>
          </a:xfrm>
          <a:custGeom>
            <a:avLst/>
            <a:gdLst/>
            <a:ahLst/>
            <a:cxnLst/>
            <a:rect r="r" b="b" t="t" l="l"/>
            <a:pathLst>
              <a:path h="1473343" w="1395993">
                <a:moveTo>
                  <a:pt x="0" y="0"/>
                </a:moveTo>
                <a:lnTo>
                  <a:pt x="1395992" y="0"/>
                </a:lnTo>
                <a:lnTo>
                  <a:pt x="1395992" y="1473343"/>
                </a:lnTo>
                <a:lnTo>
                  <a:pt x="0" y="1473343"/>
                </a:lnTo>
                <a:lnTo>
                  <a:pt x="0" y="0"/>
                </a:lnTo>
                <a:close/>
              </a:path>
            </a:pathLst>
          </a:custGeom>
          <a:blipFill>
            <a:blip r:embed="rId14"/>
            <a:stretch>
              <a:fillRect l="0" t="0" r="0" b="0"/>
            </a:stretch>
          </a:blipFill>
        </p:spPr>
      </p:sp>
      <p:sp>
        <p:nvSpPr>
          <p:cNvPr name="Freeform 45" id="45"/>
          <p:cNvSpPr/>
          <p:nvPr/>
        </p:nvSpPr>
        <p:spPr>
          <a:xfrm flipH="false" flipV="false" rot="0">
            <a:off x="15675623" y="1889301"/>
            <a:ext cx="1246380" cy="1315441"/>
          </a:xfrm>
          <a:custGeom>
            <a:avLst/>
            <a:gdLst/>
            <a:ahLst/>
            <a:cxnLst/>
            <a:rect r="r" b="b" t="t" l="l"/>
            <a:pathLst>
              <a:path h="1315441" w="1246380">
                <a:moveTo>
                  <a:pt x="0" y="0"/>
                </a:moveTo>
                <a:lnTo>
                  <a:pt x="1246380" y="0"/>
                </a:lnTo>
                <a:lnTo>
                  <a:pt x="1246380" y="1315440"/>
                </a:lnTo>
                <a:lnTo>
                  <a:pt x="0" y="1315440"/>
                </a:lnTo>
                <a:lnTo>
                  <a:pt x="0" y="0"/>
                </a:lnTo>
                <a:close/>
              </a:path>
            </a:pathLst>
          </a:custGeom>
          <a:blipFill>
            <a:blip r:embed="rId14"/>
            <a:stretch>
              <a:fillRect l="0" t="0" r="0" b="0"/>
            </a:stretch>
          </a:blipFill>
        </p:spPr>
      </p:sp>
      <p:sp>
        <p:nvSpPr>
          <p:cNvPr name="TextBox 46" id="46"/>
          <p:cNvSpPr txBox="true"/>
          <p:nvPr/>
        </p:nvSpPr>
        <p:spPr>
          <a:xfrm rot="0">
            <a:off x="2432697" y="4885044"/>
            <a:ext cx="983278" cy="377587"/>
          </a:xfrm>
          <a:prstGeom prst="rect">
            <a:avLst/>
          </a:prstGeom>
        </p:spPr>
        <p:txBody>
          <a:bodyPr anchor="t" rtlCol="false" tIns="0" lIns="0" bIns="0" rIns="0">
            <a:spAutoFit/>
          </a:bodyPr>
          <a:lstStyle/>
          <a:p>
            <a:pPr algn="ctr">
              <a:lnSpc>
                <a:spcPts val="1527"/>
              </a:lnSpc>
            </a:pPr>
            <a:r>
              <a:rPr lang="en-US" b="true" sz="1090" spc="-10">
                <a:solidFill>
                  <a:srgbClr val="000000"/>
                </a:solidFill>
                <a:latin typeface="Helvetica Now Display Bold"/>
                <a:ea typeface="Helvetica Now Display Bold"/>
                <a:cs typeface="Helvetica Now Display Bold"/>
                <a:sym typeface="Helvetica Now Display Bold"/>
              </a:rPr>
              <a:t>Add your</a:t>
            </a:r>
          </a:p>
          <a:p>
            <a:pPr algn="ctr">
              <a:lnSpc>
                <a:spcPts val="1527"/>
              </a:lnSpc>
            </a:pPr>
            <a:r>
              <a:rPr lang="en-US" b="true" sz="1090" spc="-10">
                <a:solidFill>
                  <a:srgbClr val="000000"/>
                </a:solidFill>
                <a:latin typeface="Helvetica Now Display Bold"/>
                <a:ea typeface="Helvetica Now Display Bold"/>
                <a:cs typeface="Helvetica Now Display Bold"/>
                <a:sym typeface="Helvetica Now Display Bold"/>
              </a:rPr>
              <a:t>idea here</a:t>
            </a:r>
          </a:p>
        </p:txBody>
      </p:sp>
      <p:sp>
        <p:nvSpPr>
          <p:cNvPr name="TextBox 47" id="47"/>
          <p:cNvSpPr txBox="true"/>
          <p:nvPr/>
        </p:nvSpPr>
        <p:spPr>
          <a:xfrm rot="0">
            <a:off x="4045506" y="4885044"/>
            <a:ext cx="983278" cy="377587"/>
          </a:xfrm>
          <a:prstGeom prst="rect">
            <a:avLst/>
          </a:prstGeom>
        </p:spPr>
        <p:txBody>
          <a:bodyPr anchor="t" rtlCol="false" tIns="0" lIns="0" bIns="0" rIns="0">
            <a:spAutoFit/>
          </a:bodyPr>
          <a:lstStyle/>
          <a:p>
            <a:pPr algn="ctr">
              <a:lnSpc>
                <a:spcPts val="1527"/>
              </a:lnSpc>
            </a:pPr>
            <a:r>
              <a:rPr lang="en-US" b="true" sz="1090" spc="-10">
                <a:solidFill>
                  <a:srgbClr val="000000"/>
                </a:solidFill>
                <a:latin typeface="Helvetica Now Display Bold"/>
                <a:ea typeface="Helvetica Now Display Bold"/>
                <a:cs typeface="Helvetica Now Display Bold"/>
                <a:sym typeface="Helvetica Now Display Bold"/>
              </a:rPr>
              <a:t>Add your</a:t>
            </a:r>
          </a:p>
          <a:p>
            <a:pPr algn="ctr">
              <a:lnSpc>
                <a:spcPts val="1527"/>
              </a:lnSpc>
            </a:pPr>
            <a:r>
              <a:rPr lang="en-US" b="true" sz="1090" spc="-10">
                <a:solidFill>
                  <a:srgbClr val="000000"/>
                </a:solidFill>
                <a:latin typeface="Helvetica Now Display Bold"/>
                <a:ea typeface="Helvetica Now Display Bold"/>
                <a:cs typeface="Helvetica Now Display Bold"/>
                <a:sym typeface="Helvetica Now Display Bold"/>
              </a:rPr>
              <a:t>idea here</a:t>
            </a:r>
          </a:p>
        </p:txBody>
      </p:sp>
      <p:sp>
        <p:nvSpPr>
          <p:cNvPr name="TextBox 48" id="48"/>
          <p:cNvSpPr txBox="true"/>
          <p:nvPr/>
        </p:nvSpPr>
        <p:spPr>
          <a:xfrm rot="0">
            <a:off x="15857264" y="2367915"/>
            <a:ext cx="877897" cy="339161"/>
          </a:xfrm>
          <a:prstGeom prst="rect">
            <a:avLst/>
          </a:prstGeom>
        </p:spPr>
        <p:txBody>
          <a:bodyPr anchor="t" rtlCol="false" tIns="0" lIns="0" bIns="0" rIns="0">
            <a:spAutoFit/>
          </a:bodyPr>
          <a:lstStyle/>
          <a:p>
            <a:pPr algn="ctr">
              <a:lnSpc>
                <a:spcPts val="1363"/>
              </a:lnSpc>
            </a:pPr>
            <a:r>
              <a:rPr lang="en-US" b="true" sz="973" spc="-9">
                <a:solidFill>
                  <a:srgbClr val="000000"/>
                </a:solidFill>
                <a:latin typeface="Helvetica Now Display Bold"/>
                <a:ea typeface="Helvetica Now Display Bold"/>
                <a:cs typeface="Helvetica Now Display Bold"/>
                <a:sym typeface="Helvetica Now Display Bold"/>
              </a:rPr>
              <a:t>Add your</a:t>
            </a:r>
          </a:p>
          <a:p>
            <a:pPr algn="ctr">
              <a:lnSpc>
                <a:spcPts val="1363"/>
              </a:lnSpc>
            </a:pPr>
            <a:r>
              <a:rPr lang="en-US" b="true" sz="973" spc="-9">
                <a:solidFill>
                  <a:srgbClr val="000000"/>
                </a:solidFill>
                <a:latin typeface="Helvetica Now Display Bold"/>
                <a:ea typeface="Helvetica Now Display Bold"/>
                <a:cs typeface="Helvetica Now Display Bold"/>
                <a:sym typeface="Helvetica Now Display Bold"/>
              </a:rPr>
              <a:t>idea here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7140249" y="1028700"/>
            <a:ext cx="416678" cy="481119"/>
          </a:xfrm>
          <a:custGeom>
            <a:avLst/>
            <a:gdLst/>
            <a:ahLst/>
            <a:cxnLst/>
            <a:rect r="r" b="b" t="t" l="l"/>
            <a:pathLst>
              <a:path h="481119" w="416678">
                <a:moveTo>
                  <a:pt x="0" y="0"/>
                </a:moveTo>
                <a:lnTo>
                  <a:pt x="416678" y="0"/>
                </a:lnTo>
                <a:lnTo>
                  <a:pt x="416678" y="481119"/>
                </a:lnTo>
                <a:lnTo>
                  <a:pt x="0" y="481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1771" y="7523045"/>
            <a:ext cx="1911467" cy="1911467"/>
          </a:xfrm>
          <a:custGeom>
            <a:avLst/>
            <a:gdLst/>
            <a:ahLst/>
            <a:cxnLst/>
            <a:rect r="r" b="b" t="t" l="l"/>
            <a:pathLst>
              <a:path h="1911467" w="1911467">
                <a:moveTo>
                  <a:pt x="0" y="0"/>
                </a:moveTo>
                <a:lnTo>
                  <a:pt x="1911467" y="0"/>
                </a:lnTo>
                <a:lnTo>
                  <a:pt x="1911467" y="1911467"/>
                </a:lnTo>
                <a:lnTo>
                  <a:pt x="0" y="1911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29164" y="1028700"/>
            <a:ext cx="1130136" cy="1130136"/>
          </a:xfrm>
          <a:custGeom>
            <a:avLst/>
            <a:gdLst/>
            <a:ahLst/>
            <a:cxnLst/>
            <a:rect r="r" b="b" t="t" l="l"/>
            <a:pathLst>
              <a:path h="1130136" w="1130136">
                <a:moveTo>
                  <a:pt x="0" y="0"/>
                </a:moveTo>
                <a:lnTo>
                  <a:pt x="1130136" y="0"/>
                </a:lnTo>
                <a:lnTo>
                  <a:pt x="1130136" y="1130136"/>
                </a:lnTo>
                <a:lnTo>
                  <a:pt x="0" y="1130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726815" y="-2381807"/>
            <a:ext cx="11640107" cy="11640107"/>
          </a:xfrm>
          <a:custGeom>
            <a:avLst/>
            <a:gdLst/>
            <a:ahLst/>
            <a:cxnLst/>
            <a:rect r="r" b="b" t="t" l="l"/>
            <a:pathLst>
              <a:path h="11640107" w="11640107">
                <a:moveTo>
                  <a:pt x="0" y="0"/>
                </a:moveTo>
                <a:lnTo>
                  <a:pt x="11640106" y="0"/>
                </a:lnTo>
                <a:lnTo>
                  <a:pt x="11640106" y="11640107"/>
                </a:lnTo>
                <a:lnTo>
                  <a:pt x="0" y="116401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910751">
            <a:off x="11147751" y="3262034"/>
            <a:ext cx="11640107" cy="11640107"/>
          </a:xfrm>
          <a:custGeom>
            <a:avLst/>
            <a:gdLst/>
            <a:ahLst/>
            <a:cxnLst/>
            <a:rect r="r" b="b" t="t" l="l"/>
            <a:pathLst>
              <a:path h="11640107" w="11640107">
                <a:moveTo>
                  <a:pt x="0" y="0"/>
                </a:moveTo>
                <a:lnTo>
                  <a:pt x="11640106" y="0"/>
                </a:lnTo>
                <a:lnTo>
                  <a:pt x="11640106" y="11640107"/>
                </a:lnTo>
                <a:lnTo>
                  <a:pt x="0" y="116401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500254" y="7152872"/>
            <a:ext cx="1287491" cy="1287491"/>
          </a:xfrm>
          <a:custGeom>
            <a:avLst/>
            <a:gdLst/>
            <a:ahLst/>
            <a:cxnLst/>
            <a:rect r="r" b="b" t="t" l="l"/>
            <a:pathLst>
              <a:path h="1287491" w="1287491">
                <a:moveTo>
                  <a:pt x="0" y="0"/>
                </a:moveTo>
                <a:lnTo>
                  <a:pt x="1287492" y="0"/>
                </a:lnTo>
                <a:lnTo>
                  <a:pt x="1287492" y="1287491"/>
                </a:lnTo>
                <a:lnTo>
                  <a:pt x="0" y="12874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678207" y="7342630"/>
            <a:ext cx="931587" cy="931587"/>
          </a:xfrm>
          <a:custGeom>
            <a:avLst/>
            <a:gdLst/>
            <a:ahLst/>
            <a:cxnLst/>
            <a:rect r="r" b="b" t="t" l="l"/>
            <a:pathLst>
              <a:path h="931587" w="931587">
                <a:moveTo>
                  <a:pt x="0" y="0"/>
                </a:moveTo>
                <a:lnTo>
                  <a:pt x="931586" y="0"/>
                </a:lnTo>
                <a:lnTo>
                  <a:pt x="931586" y="931587"/>
                </a:lnTo>
                <a:lnTo>
                  <a:pt x="0" y="9315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921190" y="8223429"/>
            <a:ext cx="547144" cy="547144"/>
          </a:xfrm>
          <a:custGeom>
            <a:avLst/>
            <a:gdLst/>
            <a:ahLst/>
            <a:cxnLst/>
            <a:rect r="r" b="b" t="t" l="l"/>
            <a:pathLst>
              <a:path h="547144" w="547144">
                <a:moveTo>
                  <a:pt x="0" y="0"/>
                </a:moveTo>
                <a:lnTo>
                  <a:pt x="547144" y="0"/>
                </a:lnTo>
                <a:lnTo>
                  <a:pt x="547144" y="547144"/>
                </a:lnTo>
                <a:lnTo>
                  <a:pt x="0" y="5471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819666" y="1320196"/>
            <a:ext cx="547144" cy="547144"/>
          </a:xfrm>
          <a:custGeom>
            <a:avLst/>
            <a:gdLst/>
            <a:ahLst/>
            <a:cxnLst/>
            <a:rect r="r" b="b" t="t" l="l"/>
            <a:pathLst>
              <a:path h="547144" w="547144">
                <a:moveTo>
                  <a:pt x="0" y="0"/>
                </a:moveTo>
                <a:lnTo>
                  <a:pt x="547144" y="0"/>
                </a:lnTo>
                <a:lnTo>
                  <a:pt x="547144" y="547144"/>
                </a:lnTo>
                <a:lnTo>
                  <a:pt x="0" y="5471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593768" y="2886264"/>
            <a:ext cx="15100464" cy="3658186"/>
          </a:xfrm>
          <a:prstGeom prst="rect">
            <a:avLst/>
          </a:prstGeom>
        </p:spPr>
        <p:txBody>
          <a:bodyPr anchor="t" rtlCol="false" tIns="0" lIns="0" bIns="0" rIns="0">
            <a:spAutoFit/>
          </a:bodyPr>
          <a:lstStyle/>
          <a:p>
            <a:pPr algn="ctr">
              <a:lnSpc>
                <a:spcPts val="13980"/>
              </a:lnSpc>
            </a:pPr>
            <a:r>
              <a:rPr lang="en-US" sz="14562" b="true">
                <a:solidFill>
                  <a:srgbClr val="000000"/>
                </a:solidFill>
                <a:latin typeface="Helvetica Now Display Heavy"/>
                <a:ea typeface="Helvetica Now Display Heavy"/>
                <a:cs typeface="Helvetica Now Display Heavy"/>
                <a:sym typeface="Helvetica Now Display Heavy"/>
              </a:rPr>
              <a:t>Thank you for participating!</a:t>
            </a:r>
          </a:p>
        </p:txBody>
      </p:sp>
      <p:sp>
        <p:nvSpPr>
          <p:cNvPr name="TextBox 12" id="12"/>
          <p:cNvSpPr txBox="true"/>
          <p:nvPr/>
        </p:nvSpPr>
        <p:spPr>
          <a:xfrm rot="0">
            <a:off x="7465211" y="1021828"/>
            <a:ext cx="3682540" cy="447237"/>
          </a:xfrm>
          <a:prstGeom prst="rect">
            <a:avLst/>
          </a:prstGeom>
        </p:spPr>
        <p:txBody>
          <a:bodyPr anchor="t" rtlCol="false" tIns="0" lIns="0" bIns="0" rIns="0">
            <a:spAutoFit/>
          </a:bodyPr>
          <a:lstStyle/>
          <a:p>
            <a:pPr algn="r">
              <a:lnSpc>
                <a:spcPts val="3699"/>
              </a:lnSpc>
            </a:pPr>
            <a:r>
              <a:rPr lang="en-US" sz="2642" b="true">
                <a:solidFill>
                  <a:srgbClr val="000000"/>
                </a:solidFill>
                <a:latin typeface="Helvetica Now Display Bold"/>
                <a:ea typeface="Helvetica Now Display Bold"/>
                <a:cs typeface="Helvetica Now Display Bold"/>
                <a:sym typeface="Helvetica Now Display Bold"/>
              </a:rPr>
              <a:t>Timmerman Industries</a:t>
            </a:r>
          </a:p>
        </p:txBody>
      </p:sp>
      <p:sp>
        <p:nvSpPr>
          <p:cNvPr name="TextBox 13" id="13"/>
          <p:cNvSpPr txBox="true"/>
          <p:nvPr/>
        </p:nvSpPr>
        <p:spPr>
          <a:xfrm rot="0">
            <a:off x="7140249" y="9082088"/>
            <a:ext cx="4007502" cy="352425"/>
          </a:xfrm>
          <a:prstGeom prst="rect">
            <a:avLst/>
          </a:prstGeom>
        </p:spPr>
        <p:txBody>
          <a:bodyPr anchor="t" rtlCol="false" tIns="0" lIns="0" bIns="0" rIns="0">
            <a:spAutoFit/>
          </a:bodyPr>
          <a:lstStyle/>
          <a:p>
            <a:pPr algn="ctr">
              <a:lnSpc>
                <a:spcPts val="2827"/>
              </a:lnSpc>
            </a:pPr>
            <a:r>
              <a:rPr lang="en-US" b="true" sz="2356">
                <a:solidFill>
                  <a:srgbClr val="000000"/>
                </a:solidFill>
                <a:latin typeface="Helvetica Now Display Bold"/>
                <a:ea typeface="Helvetica Now Display Bold"/>
                <a:cs typeface="Helvetica Now Display Bold"/>
                <a:sym typeface="Helvetica Now Display Bold"/>
              </a:rPr>
              <a:t>DECEMBER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DAHTx0AM8p8</dc:identifier>
  <dcterms:modified xsi:type="dcterms:W3CDTF">2011-08-01T06:04:30Z</dcterms:modified>
  <cp:revision>1</cp:revision>
  <dc:title>White Yellow 3D Modern Creative Brainstorming Presentation</dc:title>
</cp:coreProperties>
</file>